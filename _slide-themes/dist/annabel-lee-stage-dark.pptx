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63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63240"/>
            <a:ext cx="1310858" cy="640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1306286" y="3063240"/>
            <a:ext cx="1310858" cy="64008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5" name="Shape 3"/>
          <p:cNvSpPr/>
          <p:nvPr/>
        </p:nvSpPr>
        <p:spPr>
          <a:xfrm>
            <a:off x="2612571" y="3063240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3918857" y="3063240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225143" y="3063240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6531429" y="3063240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7"/>
          <p:cNvSpPr/>
          <p:nvPr/>
        </p:nvSpPr>
        <p:spPr>
          <a:xfrm>
            <a:off x="7837714" y="3063240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457200" y="457200"/>
            <a:ext cx="822960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54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520440"/>
            <a:ext cx="8046720" cy="1097280"/>
          </a:xfrm>
          <a:prstGeom prst="roundRect">
            <a:avLst>
              <a:gd name="adj" fmla="val 10833"/>
            </a:avLst>
          </a:prstGeom>
          <a:ln w="28575">
            <a:solidFill>
              <a:srgbClr val="584B8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2296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82296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Your name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352044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52044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Month 20XX</a:t>
            </a:r>
            <a:endParaRPr lang="en-US" sz="12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621792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621792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Where this is shown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4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943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CEC8EC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CEC8EC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line on what this section covers</a:t>
            </a:r>
            <a:endParaRPr lang="en-US" sz="1300" dirty="0"/>
          </a:p>
        </p:txBody>
      </p:sp>
      <p:sp>
        <p:nvSpPr>
          <p:cNvPr id="5" name="Shape 0"/>
          <p:cNvSpPr/>
          <p:nvPr/>
        </p:nvSpPr>
        <p:spPr>
          <a:xfrm>
            <a:off x="0" y="5079492"/>
            <a:ext cx="1310858" cy="640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Shape 1"/>
          <p:cNvSpPr/>
          <p:nvPr/>
        </p:nvSpPr>
        <p:spPr>
          <a:xfrm>
            <a:off x="1306286" y="5079492"/>
            <a:ext cx="1310858" cy="64008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7" name="Shape 2"/>
          <p:cNvSpPr/>
          <p:nvPr/>
        </p:nvSpPr>
        <p:spPr>
          <a:xfrm>
            <a:off x="2612571" y="5079492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hape 3"/>
          <p:cNvSpPr/>
          <p:nvPr/>
        </p:nvSpPr>
        <p:spPr>
          <a:xfrm>
            <a:off x="3918857" y="5079492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Shape 4"/>
          <p:cNvSpPr/>
          <p:nvPr/>
        </p:nvSpPr>
        <p:spPr>
          <a:xfrm>
            <a:off x="5225143" y="5079492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Shape 5"/>
          <p:cNvSpPr/>
          <p:nvPr/>
        </p:nvSpPr>
        <p:spPr>
          <a:xfrm>
            <a:off x="6531429" y="5079492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Shape 6"/>
          <p:cNvSpPr/>
          <p:nvPr/>
        </p:nvSpPr>
        <p:spPr>
          <a:xfrm>
            <a:off x="7837714" y="5079492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1463040"/>
            <a:ext cx="8046720" cy="3063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600"/>
              </a:spcAft>
              <a:buNone/>
              <a:defRPr lang="en-US" sz="14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Body text in Martian Mono, set in slate grey like the site's paragraphs.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lates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3939"/>
            </a:avLst>
          </a:prstGeom>
          <a:ln w="38100">
            <a:solidFill>
              <a:srgbClr val="584B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04672" y="1645920"/>
            <a:ext cx="3429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Left heading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804672" y="2121408"/>
            <a:ext cx="3429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400"/>
              </a:spcAft>
              <a:buNone/>
              <a:def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Supporting text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3939"/>
            </a:avLst>
          </a:prstGeom>
          <a:ln w="38100">
            <a:solidFill>
              <a:srgbClr val="584B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4919472" y="1645920"/>
            <a:ext cx="3429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Right heading</a:t>
            </a:r>
            <a:endParaRPr lang="en-US" sz="16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4919472" y="2121408"/>
            <a:ext cx="3429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400"/>
              </a:spcAft>
              <a:buNone/>
              <a:def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Supporting text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plate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457200"/>
            <a:ext cx="2834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713232"/>
            <a:ext cx="2834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2011680"/>
            <a:ext cx="278892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figure shows, and why it matters.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11880" y="411480"/>
            <a:ext cx="5074920" cy="4297680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>
            <p:ph idx="111" hasCustomPrompt="1"/>
          </p:nvPr>
        </p:nvSpPr>
        <p:spPr>
          <a:xfrm>
            <a:off x="3648456" y="448056"/>
            <a:ext cx="5001768" cy="36393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Drop a photo</a:t>
            </a:r>
            <a:endParaRPr lang="en-US" dirty="0"/>
          </a:p>
        </p:txBody>
      </p:sp>
      <p:sp>
        <p:nvSpPr>
          <p:cNvPr id="14" name="Shape 8"/>
          <p:cNvSpPr/>
          <p:nvPr/>
        </p:nvSpPr>
        <p:spPr>
          <a:xfrm>
            <a:off x="3648456" y="4087368"/>
            <a:ext cx="5001768" cy="58521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Shape 9"/>
          <p:cNvSpPr/>
          <p:nvPr/>
        </p:nvSpPr>
        <p:spPr>
          <a:xfrm>
            <a:off x="3648456" y="4087368"/>
            <a:ext cx="5001768" cy="0"/>
          </a:xfrm>
          <a:prstGeom prst="line">
            <a:avLst/>
          </a:prstGeom>
          <a:noFill/>
          <a:ln w="28575">
            <a:solidFill>
              <a:srgbClr val="584B82"/>
            </a:solidFill>
            <a:prstDash val="dash"/>
          </a:ln>
        </p:spPr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3840480" y="4206240"/>
            <a:ext cx="96012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Fig. 01 —</a:t>
            </a:r>
            <a:endParaRPr lang="en-US" sz="1100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773168" y="4206240"/>
            <a:ext cx="37490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Caption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3611880" y="411480"/>
            <a:ext cx="5074920" cy="4297680"/>
          </a:xfrm>
          <a:prstGeom prst="roundRect">
            <a:avLst>
              <a:gd name="adj" fmla="val 2766"/>
            </a:avLst>
          </a:prstGeom>
          <a:ln w="38100">
            <a:solidFill>
              <a:srgbClr val="584B8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grid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228600" y="228600"/>
            <a:ext cx="4206240" cy="4686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Hero photo</a:t>
            </a:r>
            <a:endParaRPr lang="en-US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4526280" y="228600"/>
            <a:ext cx="2148840" cy="22951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766560" y="228600"/>
            <a:ext cx="2148840" cy="22951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4526280" y="2615184"/>
            <a:ext cx="4389120" cy="22997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Wide photo</a:t>
            </a:r>
            <a:endParaRPr lang="en-US" dirty="0"/>
          </a:p>
        </p:txBody>
      </p:sp>
      <p:sp>
        <p:nvSpPr>
          <p:cNvPr id="6" name="Shape 0"/>
          <p:cNvSpPr/>
          <p:nvPr/>
        </p:nvSpPr>
        <p:spPr>
          <a:xfrm>
            <a:off x="228600" y="3611880"/>
            <a:ext cx="4206240" cy="130302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411480" y="3675888"/>
            <a:ext cx="384048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Collection title</a:t>
            </a:r>
            <a:endParaRPr lang="en-US" sz="2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411480" y="4425696"/>
            <a:ext cx="3840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 · years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bento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457200" y="320040"/>
            <a:ext cx="5760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57200" y="548640"/>
            <a:ext cx="5760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pic>
        <p:nvPicPr>
          <p:cNvPr id="11" name="Image 0" descr="/home/user/Annabel_Portfolio/_slide-themes/.cache/assets/pf_strip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797296" cy="2331720"/>
          </a:xfrm>
          <a:prstGeom prst="rect">
            <a:avLst/>
          </a:prstGeom>
        </p:spPr>
      </p:pic>
      <p:sp>
        <p:nvSpPr>
          <p:cNvPr id="12" name="Text 7"/>
          <p:cNvSpPr/>
          <p:nvPr>
            <p:ph idx="110" type="body" hasCustomPrompt="1"/>
          </p:nvPr>
        </p:nvSpPr>
        <p:spPr>
          <a:xfrm>
            <a:off x="731520" y="1481328"/>
            <a:ext cx="5248656" cy="1929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One or two sentences on what the project is and why it exists.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364224" y="1280160"/>
            <a:ext cx="2322576" cy="3429000"/>
          </a:xfrm>
          <a:prstGeom prst="roundRect">
            <a:avLst>
              <a:gd name="adj" fmla="val 5118"/>
            </a:avLst>
          </a:prstGeom>
          <a:ln w="381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6565392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Skills</a:t>
            </a:r>
            <a:endParaRPr lang="en-US" sz="15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6565392" y="1874520"/>
            <a:ext cx="19659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per line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57200" y="3721608"/>
            <a:ext cx="5797296" cy="987552"/>
          </a:xfrm>
          <a:prstGeom prst="roundRect">
            <a:avLst>
              <a:gd name="adj" fmla="val 12037"/>
            </a:avLst>
          </a:prstGeom>
          <a:ln w="38100">
            <a:solidFill>
              <a:srgbClr val="584B8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713232" y="3886200"/>
            <a:ext cx="173736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713232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Text 9"/>
          <p:cNvSpPr/>
          <p:nvPr>
            <p:ph idx="117" type="body" hasCustomPrompt="1"/>
          </p:nvPr>
        </p:nvSpPr>
        <p:spPr>
          <a:xfrm>
            <a:off x="2606040" y="3886200"/>
            <a:ext cx="173736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20" name="Text 9"/>
          <p:cNvSpPr/>
          <p:nvPr>
            <p:ph idx="118" type="body" hasCustomPrompt="1"/>
          </p:nvPr>
        </p:nvSpPr>
        <p:spPr>
          <a:xfrm>
            <a:off x="2606040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Low · Mid · High</a:t>
            </a:r>
            <a:endParaRPr lang="en-US" sz="1200" dirty="0"/>
          </a:p>
        </p:txBody>
      </p:sp>
      <p:sp>
        <p:nvSpPr>
          <p:cNvPr id="21" name="Text 9"/>
          <p:cNvSpPr/>
          <p:nvPr>
            <p:ph idx="119" type="body" hasCustomPrompt="1"/>
          </p:nvPr>
        </p:nvSpPr>
        <p:spPr>
          <a:xfrm>
            <a:off x="4480560" y="3886200"/>
            <a:ext cx="164592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ROLE</a:t>
            </a:r>
            <a:endParaRPr lang="en-US" sz="900" dirty="0"/>
          </a:p>
        </p:txBody>
      </p:sp>
      <p:sp>
        <p:nvSpPr>
          <p:cNvPr id="22" name="Text 9"/>
          <p:cNvSpPr/>
          <p:nvPr>
            <p:ph idx="120" type="body" hasCustomPrompt="1"/>
          </p:nvPr>
        </p:nvSpPr>
        <p:spPr>
          <a:xfrm>
            <a:off x="4480560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Design · build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097280"/>
            <a:ext cx="0" cy="269748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/>
          <p:nvPr>
            <p:ph idx="108" type="body" hasCustomPrompt="1"/>
          </p:nvPr>
        </p:nvSpPr>
        <p:spPr>
          <a:xfrm>
            <a:off x="1325880" y="1051560"/>
            <a:ext cx="704088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sentence worth stopping on.</a:t>
            </a:r>
            <a:endParaRPr lang="en-US" sz="22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1325880" y="3566160"/>
            <a:ext cx="7040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who said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numbers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rgbClr val="584B8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7498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498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498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2918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rgbClr val="584B8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4930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34930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34930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9" name="Text 9"/>
          <p:cNvSpPr/>
          <p:nvPr/>
        </p:nvSpPr>
        <p:spPr>
          <a:xfrm>
            <a:off x="60350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rgbClr val="584B8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0"/>
          <p:cNvSpPr/>
          <p:nvPr>
            <p:ph idx="118" type="body" hasCustomPrompt="1"/>
          </p:nvPr>
        </p:nvSpPr>
        <p:spPr>
          <a:xfrm>
            <a:off x="62362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21" name="Text 10"/>
          <p:cNvSpPr/>
          <p:nvPr>
            <p:ph idx="119" type="body" hasCustomPrompt="1"/>
          </p:nvPr>
        </p:nvSpPr>
        <p:spPr>
          <a:xfrm>
            <a:off x="62362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22" name="Text 10"/>
          <p:cNvSpPr/>
          <p:nvPr>
            <p:ph idx="120" type="body" hasCustomPrompt="1"/>
          </p:nvPr>
        </p:nvSpPr>
        <p:spPr>
          <a:xfrm>
            <a:off x="62362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3" name="Text 10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g-coded agenda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502920"/>
            <a:ext cx="29260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777240"/>
            <a:ext cx="2926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Agenda</a:t>
            </a:r>
            <a:endParaRPr lang="en-US" sz="30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2286000"/>
            <a:ext cx="28346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short framing line.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931920" y="50292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9367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4681728" y="5029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Theater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931920" y="11887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4681728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Embedded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931920" y="18745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681728" y="18745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DSP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3931920" y="25603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4681728" y="25603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PCB Design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3931920" y="32461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2"/>
          <p:cNvSpPr/>
          <p:nvPr>
            <p:ph idx="119" type="body" hasCustomPrompt="1"/>
          </p:nvPr>
        </p:nvSpPr>
        <p:spPr>
          <a:xfrm>
            <a:off x="4681728" y="32461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Fabrication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3931920" y="39319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13"/>
          <p:cNvSpPr/>
          <p:nvPr>
            <p:ph idx="121" type="body" hasCustomPrompt="1"/>
          </p:nvPr>
        </p:nvSpPr>
        <p:spPr>
          <a:xfrm>
            <a:off x="468172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CS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A9D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1310858" cy="640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1306286" y="3291840"/>
            <a:ext cx="1310858" cy="64008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5" name="Shape 3"/>
          <p:cNvSpPr/>
          <p:nvPr/>
        </p:nvSpPr>
        <p:spPr>
          <a:xfrm>
            <a:off x="2612571" y="3291840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3918857" y="3291840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225143" y="3291840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6531429" y="3291840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7"/>
          <p:cNvSpPr/>
          <p:nvPr/>
        </p:nvSpPr>
        <p:spPr>
          <a:xfrm>
            <a:off x="7837714" y="3291840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457200" y="685800"/>
            <a:ext cx="82296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Questions, notes, ideas</a:t>
            </a:r>
            <a:endParaRPr lang="en-US" sz="13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please hire me :)</a:t>
            </a:r>
            <a:endParaRPr lang="en-US" sz="15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7F7E9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7F7E9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email · site · github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F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088636"/>
            <a:ext cx="131085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1306286" y="5088636"/>
            <a:ext cx="1310858" cy="54864"/>
          </a:xfrm>
          <a:prstGeom prst="rect">
            <a:avLst/>
          </a:prstGeom>
          <a:solidFill>
            <a:srgbClr val="936793"/>
          </a:solidFill>
          <a:ln/>
        </p:spPr>
      </p:sp>
      <p:sp>
        <p:nvSpPr>
          <p:cNvPr id="11" name="Shape 9"/>
          <p:cNvSpPr/>
          <p:nvPr/>
        </p:nvSpPr>
        <p:spPr>
          <a:xfrm>
            <a:off x="2612571" y="5088636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Shape 10"/>
          <p:cNvSpPr/>
          <p:nvPr/>
        </p:nvSpPr>
        <p:spPr>
          <a:xfrm>
            <a:off x="3918857" y="5088636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5143" y="5088636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1429" y="5088636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7714" y="5088636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457200"/>
            <a:ext cx="822960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5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82296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82296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Annabel Lee</a:t>
            </a:r>
            <a:endParaRPr lang="en-US" sz="12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352044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52044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October 2026</a:t>
            </a:r>
            <a:endParaRPr lang="en-US" sz="1200" dirty="0"/>
          </a:p>
        </p:txBody>
      </p:sp>
      <p:sp>
        <p:nvSpPr>
          <p:cNvPr id="8" name="Text 9"/>
          <p:cNvSpPr/>
          <p:nvPr>
            <p:ph idx="115" type="body" hasCustomPrompt="1"/>
          </p:nvPr>
        </p:nvSpPr>
        <p:spPr>
          <a:xfrm>
            <a:off x="621792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9" name="Text 9"/>
          <p:cNvSpPr/>
          <p:nvPr>
            <p:ph idx="116" type="body" hasCustomPrompt="1"/>
          </p:nvPr>
        </p:nvSpPr>
        <p:spPr>
          <a:xfrm>
            <a:off x="621792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Portfolio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94360"/>
            <a:ext cx="36576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8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CEC8EC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Wearables that light the stage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costumes, from breadboard to curtain call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Engineering in service of the story</a:t>
            </a:r>
            <a:endParaRPr lang="en-US" sz="26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1463040"/>
            <a:ext cx="8046720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Start from the scene: what should the audience feel?</a:t>
            </a:r>
            <a:endParaRPr lang="en-US" sz="14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Build hardware that survives eight shows a week</a:t>
            </a:r>
            <a:endParaRPr lang="en-US" sz="14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Hand the controls to the operator, not the engineer</a:t>
            </a:r>
            <a:endParaRPr lang="en-US" sz="1400" dirty="0"/>
          </a:p>
        </p:txBody>
      </p:sp>
      <p:sp>
        <p:nvSpPr>
          <p:cNvPr id="5" name="badge Theater"/>
          <p:cNvSpPr/>
          <p:nvPr/>
        </p:nvSpPr>
        <p:spPr>
          <a:xfrm>
            <a:off x="548640" y="3977640"/>
            <a:ext cx="754380" cy="274320"/>
          </a:xfrm>
          <a:prstGeom prst="roundRect">
            <a:avLst>
              <a:gd name="adj" fmla="val 20000"/>
            </a:avLst>
          </a:prstGeom>
          <a:solidFill>
            <a:srgbClr val="9367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Theater</a:t>
            </a:r>
            <a:endParaRPr lang="en-US" sz="900" dirty="0"/>
          </a:p>
        </p:txBody>
      </p:sp>
      <p:sp>
        <p:nvSpPr>
          <p:cNvPr id="6" name="badge Embedded"/>
          <p:cNvSpPr/>
          <p:nvPr/>
        </p:nvSpPr>
        <p:spPr>
          <a:xfrm>
            <a:off x="1376172" y="3977640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Embedded</a:t>
            </a:r>
            <a:endParaRPr lang="en-US" sz="900" dirty="0"/>
          </a:p>
        </p:txBody>
      </p:sp>
      <p:sp>
        <p:nvSpPr>
          <p:cNvPr id="7" name="badge PCB Design"/>
          <p:cNvSpPr/>
          <p:nvPr/>
        </p:nvSpPr>
        <p:spPr>
          <a:xfrm>
            <a:off x="2290572" y="3977640"/>
            <a:ext cx="1014984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PCB Design</a:t>
            </a:r>
            <a:endParaRPr lang="en-US" sz="900" dirty="0"/>
          </a:p>
        </p:txBody>
      </p:sp>
      <p:sp>
        <p:nvSpPr>
          <p:cNvPr id="8" name="badge Fabrication"/>
          <p:cNvSpPr/>
          <p:nvPr/>
        </p:nvSpPr>
        <p:spPr>
          <a:xfrm>
            <a:off x="3378708" y="3977640"/>
            <a:ext cx="1101852" cy="27432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Fabrication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Two audiences, one costume</a:t>
            </a:r>
            <a:endParaRPr lang="en-US" sz="26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804672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the stage asks for</a:t>
            </a:r>
            <a:endParaRPr lang="en-US" sz="16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804672" y="2121408"/>
            <a:ext cx="34290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Reads from the back row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Silent, cool, invisible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Cue-accurate, every night</a:t>
            </a:r>
            <a:endParaRPr lang="en-US" sz="13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4919472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the circuit delivers</a:t>
            </a:r>
            <a:endParaRPr lang="en-US" sz="16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4919472" y="2121408"/>
            <a:ext cx="34290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144 addressable LEDs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Wireless OSC cues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battery that lasts Act II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457200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V1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713232"/>
            <a:ext cx="28346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Costume lighting, sewn in</a:t>
            </a:r>
            <a:endParaRPr lang="en-US" sz="24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2011680"/>
            <a:ext cx="278892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first wearable: an LED cuff driven by a microcontroller hidden in the sleeve, cued from the booth.</a:t>
            </a:r>
            <a:endParaRPr lang="en-US" sz="1200" dirty="0"/>
          </a:p>
        </p:txBody>
      </p:sp>
      <p:pic>
        <p:nvPicPr>
          <p:cNvPr id="5" name="Image 0" descr="/home/user/Annabel_Portfolio/_slide-themes/.cache/photos/abled_wrist.jpg">    </p:cNvPr>
          <p:cNvPicPr>
            <a:picLocks noChangeAspect="1"/>
          </p:cNvPicPr>
          <p:nvPr>
            <p:ph idx="111" hasCustomPrompt="1"/>
          </p:nvPr>
        </p:nvPicPr>
        <p:blipFill>
          <a:blip r:embed="rId1"/>
          <a:srcRect l="0" r="0" t="0" b="0"/>
          <a:stretch/>
        </p:blipFill>
        <p:spPr>
          <a:xfrm>
            <a:off x="3648456" y="448056"/>
            <a:ext cx="5001768" cy="3639312"/>
          </a:xfrm>
          <a:prstGeom prst="rect">
            <a:avLst/>
          </a:prstGeom>
        </p:spPr>
      </p:pic>
      <p:sp>
        <p:nvSpPr>
          <p:cNvPr id="6" name="Text 10"/>
          <p:cNvSpPr/>
          <p:nvPr>
            <p:ph idx="114" type="body" hasCustomPrompt="1"/>
          </p:nvPr>
        </p:nvSpPr>
        <p:spPr>
          <a:xfrm>
            <a:off x="3840480" y="4206240"/>
            <a:ext cx="960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Fig. 01 —</a:t>
            </a:r>
            <a:endParaRPr lang="en-US" sz="11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773168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cuff during tech rehearsal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photos/good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228600" y="228600"/>
            <a:ext cx="4206240" cy="4686300"/>
          </a:xfrm>
          <a:prstGeom prst="rect">
            <a:avLst/>
          </a:prstGeom>
        </p:spPr>
      </p:pic>
      <p:pic>
        <p:nvPicPr>
          <p:cNvPr id="3" name="Image 1" descr="/home/user/Annabel_Portfolio/_slide-themes/.cache/photos/abled5.jpg">    </p:cNvPr>
          <p:cNvPicPr>
            <a:picLocks noChangeAspect="1"/>
          </p:cNvPicPr>
          <p:nvPr>
            <p:ph idx="101" hasCustomPrompt="1"/>
          </p:nvPr>
        </p:nvPicPr>
        <p:blipFill>
          <a:blip r:embed="rId2"/>
          <a:srcRect l="0" r="0" t="0" b="0"/>
          <a:stretch/>
        </p:blipFill>
        <p:spPr>
          <a:xfrm>
            <a:off x="4526280" y="228600"/>
            <a:ext cx="2148840" cy="2295144"/>
          </a:xfrm>
          <a:prstGeom prst="rect">
            <a:avLst/>
          </a:prstGeom>
        </p:spPr>
      </p:pic>
      <p:pic>
        <p:nvPicPr>
          <p:cNvPr id="4" name="Image 2" descr="/home/user/Annabel_Portfolio/_slide-themes/.cache/photos/nixie_tube.jpg">    </p:cNvPr>
          <p:cNvPicPr>
            <a:picLocks noChangeAspect="1"/>
          </p:cNvPicPr>
          <p:nvPr>
            <p:ph idx="102" hasCustomPrompt="1"/>
          </p:nvPr>
        </p:nvPicPr>
        <p:blipFill>
          <a:blip r:embed="rId3"/>
          <a:srcRect l="0" r="0" t="0" b="0"/>
          <a:stretch/>
        </p:blipFill>
        <p:spPr>
          <a:xfrm>
            <a:off x="6766560" y="228600"/>
            <a:ext cx="2148840" cy="2295144"/>
          </a:xfrm>
          <a:prstGeom prst="rect">
            <a:avLst/>
          </a:prstGeom>
        </p:spPr>
      </p:pic>
      <p:pic>
        <p:nvPicPr>
          <p:cNvPr id="5" name="Image 3" descr="/home/user/Annabel_Portfolio/_slide-themes/.cache/photos/trio.jpg">    </p:cNvPr>
          <p:cNvPicPr>
            <a:picLocks noChangeAspect="1"/>
          </p:cNvPicPr>
          <p:nvPr>
            <p:ph idx="103" hasCustomPrompt="1"/>
          </p:nvPr>
        </p:nvPicPr>
        <p:blipFill>
          <a:blip r:embed="rId4"/>
          <a:srcRect l="0" r="0" t="0" b="0"/>
          <a:stretch/>
        </p:blipFill>
        <p:spPr>
          <a:xfrm>
            <a:off x="4526280" y="2615184"/>
            <a:ext cx="4389120" cy="2299716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5" type="title" hasCustomPrompt="1"/>
          </p:nvPr>
        </p:nvSpPr>
        <p:spPr>
          <a:xfrm>
            <a:off x="411480" y="3675888"/>
            <a:ext cx="38404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Selected work</a:t>
            </a:r>
            <a:endParaRPr lang="en-US" sz="2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411480" y="4425696"/>
            <a:ext cx="3840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Theater · Embedded · 2022–2026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457200" y="320040"/>
            <a:ext cx="5760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57200" y="548640"/>
            <a:ext cx="5760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Nixie Clock</a:t>
            </a:r>
            <a:endParaRPr lang="en-US" sz="2600" dirty="0"/>
          </a:p>
        </p:txBody>
      </p:sp>
      <p:sp>
        <p:nvSpPr>
          <p:cNvPr id="4" name="Text 7"/>
          <p:cNvSpPr/>
          <p:nvPr>
            <p:ph idx="110" type="body" hasCustomPrompt="1"/>
          </p:nvPr>
        </p:nvSpPr>
        <p:spPr>
          <a:xfrm>
            <a:off x="731520" y="1481328"/>
            <a:ext cx="5248656" cy="192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Six glowing tubes, a hand-routed driver board, and a USB-C supply stepped up to 170 V.</a:t>
            </a:r>
            <a:endParaRPr lang="en-US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565392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Skills</a:t>
            </a:r>
            <a:endParaRPr lang="en-US" sz="15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6565392" y="1874520"/>
            <a:ext cx="196596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KiCad layout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Shift registers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USB-C power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High voltage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Enclosure CNC</a:t>
            </a:r>
            <a:endParaRPr lang="en-US" sz="1100" dirty="0"/>
          </a:p>
        </p:txBody>
      </p:sp>
      <p:sp>
        <p:nvSpPr>
          <p:cNvPr id="7" name="Text 9"/>
          <p:cNvSpPr/>
          <p:nvPr>
            <p:ph idx="115" type="body" hasCustomPrompt="1"/>
          </p:nvPr>
        </p:nvSpPr>
        <p:spPr>
          <a:xfrm>
            <a:off x="713232" y="3886200"/>
            <a:ext cx="17373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8" name="Text 9"/>
          <p:cNvSpPr/>
          <p:nvPr>
            <p:ph idx="116" type="body" hasCustomPrompt="1"/>
          </p:nvPr>
        </p:nvSpPr>
        <p:spPr>
          <a:xfrm>
            <a:off x="713232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Text 9"/>
          <p:cNvSpPr/>
          <p:nvPr>
            <p:ph idx="117" type="body" hasCustomPrompt="1"/>
          </p:nvPr>
        </p:nvSpPr>
        <p:spPr>
          <a:xfrm>
            <a:off x="2606040" y="3886200"/>
            <a:ext cx="17373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10" name="Text 9"/>
          <p:cNvSpPr/>
          <p:nvPr>
            <p:ph idx="118" type="body" hasCustomPrompt="1"/>
          </p:nvPr>
        </p:nvSpPr>
        <p:spPr>
          <a:xfrm>
            <a:off x="260604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/>
          <p:nvPr>
            <p:ph idx="119" type="body" hasCustomPrompt="1"/>
          </p:nvPr>
        </p:nvSpPr>
        <p:spPr>
          <a:xfrm>
            <a:off x="4480560" y="3886200"/>
            <a:ext cx="1645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9"/>
          <p:cNvSpPr/>
          <p:nvPr>
            <p:ph idx="120" type="body" hasCustomPrompt="1"/>
          </p:nvPr>
        </p:nvSpPr>
        <p:spPr>
          <a:xfrm>
            <a:off x="4480560" y="4133088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Solo build</a:t>
            </a:r>
            <a:endParaRPr lang="en-US" sz="1200" dirty="0"/>
          </a:p>
        </p:txBody>
      </p:sp>
      <p:sp>
        <p:nvSpPr>
          <p:cNvPr id="13" name="badge 2024"/>
          <p:cNvSpPr/>
          <p:nvPr/>
        </p:nvSpPr>
        <p:spPr>
          <a:xfrm>
            <a:off x="7050024" y="658368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5A31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2024</a:t>
            </a:r>
            <a:endParaRPr lang="en-US" sz="900" dirty="0"/>
          </a:p>
        </p:txBody>
      </p:sp>
      <p:sp>
        <p:nvSpPr>
          <p:cNvPr id="14" name="badge PCB Design"/>
          <p:cNvSpPr/>
          <p:nvPr/>
        </p:nvSpPr>
        <p:spPr>
          <a:xfrm>
            <a:off x="7671816" y="658368"/>
            <a:ext cx="1014984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F3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PCB 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body" hasCustomPrompt="1"/>
          </p:nvPr>
        </p:nvSpPr>
        <p:spPr>
          <a:xfrm>
            <a:off x="1325880" y="1051560"/>
            <a:ext cx="704088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best tech is the tech the audience never notices.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1325880" y="3566160"/>
            <a:ext cx="7040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a rule I build by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Five years of building</a:t>
            </a:r>
            <a:endParaRPr lang="en-US" sz="26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7498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26</a:t>
            </a:r>
            <a:endParaRPr lang="en-US" sz="40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7498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PROJECTS</a:t>
            </a:r>
            <a:endParaRPr lang="en-US" sz="10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7498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Documented builds on the portfolio</a:t>
            </a:r>
            <a:endParaRPr lang="en-US" sz="11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4930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9"/>
          <p:cNvSpPr/>
          <p:nvPr>
            <p:ph idx="115" type="body" hasCustomPrompt="1"/>
          </p:nvPr>
        </p:nvSpPr>
        <p:spPr>
          <a:xfrm>
            <a:off x="34930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DISCIPLINES</a:t>
            </a:r>
            <a:endParaRPr lang="en-US" sz="1000" dirty="0"/>
          </a:p>
        </p:txBody>
      </p:sp>
      <p:sp>
        <p:nvSpPr>
          <p:cNvPr id="9" name="Text 9"/>
          <p:cNvSpPr/>
          <p:nvPr>
            <p:ph idx="116" type="body" hasCustomPrompt="1"/>
          </p:nvPr>
        </p:nvSpPr>
        <p:spPr>
          <a:xfrm>
            <a:off x="34930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From theater to PCB design to CS</a:t>
            </a:r>
            <a:endParaRPr lang="en-US" sz="1100" dirty="0"/>
          </a:p>
        </p:txBody>
      </p:sp>
      <p:sp>
        <p:nvSpPr>
          <p:cNvPr id="10" name="Text 10"/>
          <p:cNvSpPr/>
          <p:nvPr>
            <p:ph idx="118" type="body" hasCustomPrompt="1"/>
          </p:nvPr>
        </p:nvSpPr>
        <p:spPr>
          <a:xfrm>
            <a:off x="62362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10"/>
          <p:cNvSpPr/>
          <p:nvPr>
            <p:ph idx="119" type="body" hasCustomPrompt="1"/>
          </p:nvPr>
        </p:nvSpPr>
        <p:spPr>
          <a:xfrm>
            <a:off x="62362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7A9D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YEARS</a:t>
            </a:r>
            <a:endParaRPr lang="en-US" sz="1000" dirty="0"/>
          </a:p>
        </p:txBody>
      </p:sp>
      <p:sp>
        <p:nvSpPr>
          <p:cNvPr id="12" name="Text 10"/>
          <p:cNvSpPr/>
          <p:nvPr>
            <p:ph idx="120" type="body" hasCustomPrompt="1"/>
          </p:nvPr>
        </p:nvSpPr>
        <p:spPr>
          <a:xfrm>
            <a:off x="62362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Of making, 2022 through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TODAY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Six disciplines, one portfolio</a:t>
            </a:r>
            <a:endParaRPr lang="en-US" sz="30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2286000"/>
            <a:ext cx="28346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Each colour matches the tag bar on the site, so sections stay coded throughout.</a:t>
            </a:r>
            <a:endParaRPr lang="en-US" sz="12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4681728" y="5029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Theater — GOOD (2025)</a:t>
            </a:r>
            <a:endParaRPr lang="en-US" sz="16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4681728" y="11887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Embedded — abLED wearables</a:t>
            </a:r>
            <a:endParaRPr lang="en-US" sz="16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681728" y="18745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DSP — FPGA synth</a:t>
            </a:r>
            <a:endParaRPr lang="en-US" sz="1600" dirty="0"/>
          </a:p>
        </p:txBody>
      </p:sp>
      <p:sp>
        <p:nvSpPr>
          <p:cNvPr id="8" name="Text 11"/>
          <p:cNvSpPr/>
          <p:nvPr>
            <p:ph idx="117" type="body" hasCustomPrompt="1"/>
          </p:nvPr>
        </p:nvSpPr>
        <p:spPr>
          <a:xfrm>
            <a:off x="4681728" y="25603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PCB Design — Nixie clock</a:t>
            </a:r>
            <a:endParaRPr lang="en-US" sz="1600" dirty="0"/>
          </a:p>
        </p:txBody>
      </p:sp>
      <p:sp>
        <p:nvSpPr>
          <p:cNvPr id="9" name="Text 12"/>
          <p:cNvSpPr/>
          <p:nvPr>
            <p:ph idx="119" type="body" hasCustomPrompt="1"/>
          </p:nvPr>
        </p:nvSpPr>
        <p:spPr>
          <a:xfrm>
            <a:off x="4681728" y="32461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Fabrication — wedding arch</a:t>
            </a:r>
            <a:endParaRPr lang="en-US" sz="1600" dirty="0"/>
          </a:p>
        </p:txBody>
      </p:sp>
      <p:sp>
        <p:nvSpPr>
          <p:cNvPr id="10" name="Text 13"/>
          <p:cNvSpPr/>
          <p:nvPr>
            <p:ph idx="121" type="body" hasCustomPrompt="1"/>
          </p:nvPr>
        </p:nvSpPr>
        <p:spPr>
          <a:xfrm>
            <a:off x="4681728" y="39319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CS — gooey control center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BUILD LOG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Recent projects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64592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Project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Year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Tag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Notes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abLED v1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2023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Theater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First wearable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Nixie Clock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PCB Design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Hand-routed driver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FPGA Synth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DSP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Verilog oscillators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Poem Box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Fabrication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Laser-cut gift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gooey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2026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B6C7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Control center for TheaterGWD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E9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685800"/>
            <a:ext cx="82296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C8E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B6C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please hire me :)</a:t>
            </a:r>
            <a:endParaRPr lang="en-US" sz="15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E9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halfsohappy@gmail.com · annabel-lee.xyz · github.com/halfsohappy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nabel Lee · Stage (dark)">
  <a:themeElements>
    <a:clrScheme name="Annabel Lee · Stage (dark)">
      <a:dk1>
        <a:srgbClr val="EBE9F5"/>
      </a:dk1>
      <a:lt1>
        <a:srgbClr val="0F0B15"/>
      </a:lt1>
      <a:dk2>
        <a:srgbClr val="DCD4FE"/>
      </a:dk2>
      <a:lt2>
        <a:srgbClr val="241B3B"/>
      </a:lt2>
      <a:accent1>
        <a:srgbClr val="CC95CD"/>
      </a:accent1>
      <a:accent2>
        <a:srgbClr val="FA5A5A"/>
      </a:accent2>
      <a:accent3>
        <a:srgbClr val="0DCAF0"/>
      </a:accent3>
      <a:accent4>
        <a:srgbClr val="5AB518"/>
      </a:accent4>
      <a:accent5>
        <a:srgbClr val="E3BB7F"/>
      </a:accent5>
      <a:accent6>
        <a:srgbClr val="F08EA0"/>
      </a:accent6>
      <a:hlink>
        <a:srgbClr val="B7A9D2"/>
      </a:hlink>
      <a:folHlink>
        <a:srgbClr val="CC95CD"/>
      </a:folHlink>
    </a:clrScheme>
    <a:fontScheme name="Annabel Lee · Stage (dark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Annabel Lee · Stage (dark)</dc:title>
  <dc:subject>PptxGenJS Presentation</dc:subject>
  <dc:creator>Annabel Lee</dc:creator>
  <cp:lastModifiedBy>Annabel Lee</cp:lastModifiedBy>
  <cp:revision>1</cp:revision>
  <dcterms:created xsi:type="dcterms:W3CDTF">2026-10-23T20:15:04Z</dcterms:created>
  <dcterms:modified xsi:type="dcterms:W3CDTF">2026-10-23T20:15:04Z</dcterms:modified>
</cp:coreProperties>
</file>