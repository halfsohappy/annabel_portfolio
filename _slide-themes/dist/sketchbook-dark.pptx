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image" Target="../media/Cover-image-2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image" Target="../media/Section-image-2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image" Target="../media/Notebook-page-image-2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5-1.png"/><Relationship Id="rId2" Type="http://schemas.openxmlformats.org/officeDocument/2006/relationships/image" Target="../media/Two-notes-image-2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6-1.png"/><Relationship Id="rId2" Type="http://schemas.openxmlformats.org/officeDocument/2006/relationships/image" Target="../media/Process-(3-steps)-image-2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7-1.png"/><Relationship Id="rId2" Type="http://schemas.openxmlformats.org/officeDocument/2006/relationships/image" Target="../media/Taped-photo-image-2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8-1.png"/><Relationship Id="rId2" Type="http://schemas.openxmlformats.org/officeDocument/2006/relationships/image" Target="../media/Sticky-grid-(2&#215;2)-image-2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9-1.png"/><Relationship Id="rId2" Type="http://schemas.openxmlformats.org/officeDocument/2006/relationships/image" Target="../media/Quote-image-2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10-1.png"/><Relationship Id="rId2" Type="http://schemas.openxmlformats.org/officeDocument/2006/relationships/image" Target="../media/Title-only-image-2.png"/><Relationship Id="rId3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11-1.png"/><Relationship Id="rId2" Type="http://schemas.openxmlformats.org/officeDocument/2006/relationships/image" Target="../media/Closing-image-2.png"/><Relationship Id="rId3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image" Target="../media/Blank-(graph-paper)-image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lain (theme background)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Annabel_Portfolio/_slide-themes/.cache/assets/sk_cover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1234440"/>
            <a:ext cx="7680960" cy="1417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000" dirty="0">
                <a:solidFill>
                  <a:schemeClr val="tx1"/>
                </a:solidFill>
                <a:latin typeface="Playwrite IE" pitchFamily="34" charset="0"/>
                <a:ea typeface="Playwrite IE" pitchFamily="34" charset="-122"/>
                <a:cs typeface="Playwrite IE" pitchFamily="34" charset="-120"/>
              </a:defRPr>
            </a:lvl1pPr>
          </a:lstStyle>
          <a:p>
            <a:pPr algn="l" indent="0" marL="0">
              <a:buNone/>
            </a:pPr>
            <a:r>
              <a:rPr lang="en-US" sz="5000" dirty="0">
                <a:solidFill>
                  <a:schemeClr val="tx1"/>
                </a:solidFill>
                <a:latin typeface="Playwrite IE" pitchFamily="34" charset="0"/>
                <a:ea typeface="Playwrite IE" pitchFamily="34" charset="-122"/>
                <a:cs typeface="Playwrite IE" pitchFamily="34" charset="-120"/>
              </a:rPr>
              <a:t>Title</a:t>
            </a:r>
            <a:endParaRPr lang="en-US" sz="5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2743200"/>
            <a:ext cx="768096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400" dirty="0">
                <a:solidFill>
                  <a:srgbClr val="9A96A0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400" dirty="0">
                <a:solidFill>
                  <a:srgbClr val="9A96A0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Subtitle</a:t>
            </a:r>
            <a:endParaRPr lang="en-US" sz="14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896112" y="3520440"/>
            <a:ext cx="324612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35000"/>
              </a:lnSpc>
              <a:buNone/>
              <a:defRPr lang="en-US" sz="1100" dirty="0">
                <a:solidFill>
                  <a:schemeClr val="tx1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defRPr>
            </a:lvl1pPr>
          </a:lstStyle>
          <a:p>
            <a:pPr algn="l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chemeClr val="tx1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Presenter</a:t>
            </a:r>
            <a:endParaRPr lang="en-US" sz="11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chemeClr val="tx1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Date</a:t>
            </a:r>
            <a:endParaRPr lang="en-US" sz="1100" dirty="0"/>
          </a:p>
        </p:txBody>
      </p:sp>
      <p:sp>
        <p:nvSpPr>
          <p:cNvPr id="6" name="Text 0"/>
          <p:cNvSpPr/>
          <p:nvPr>
            <p:ph idx="104" type="body" hasCustomPrompt="1"/>
          </p:nvPr>
        </p:nvSpPr>
        <p:spPr>
          <a:xfrm>
            <a:off x="5577840" y="3611880"/>
            <a:ext cx="3108960" cy="5029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400" dirty="0">
                <a:solidFill>
                  <a:schemeClr val="accent2"/>
                </a:solidFill>
                <a:latin typeface="Playwrite DE Grund" pitchFamily="34" charset="0"/>
                <a:ea typeface="Playwrite DE Grund" pitchFamily="34" charset="-122"/>
                <a:cs typeface="Playwrite DE Grund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400" dirty="0">
                <a:solidFill>
                  <a:schemeClr val="accent2"/>
                </a:solidFill>
                <a:latin typeface="Playwrite DE Grund" pitchFamily="34" charset="0"/>
                <a:ea typeface="Playwrite DE Grund" pitchFamily="34" charset="-122"/>
                <a:cs typeface="Playwrite DE Grund" pitchFamily="34" charset="-120"/>
              </a:rPr>
              <a:t>notes in blue ink</a:t>
            </a:r>
            <a:endParaRPr lang="en-US" sz="1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Annabel_Portfolio/_slide-themes/.cache/assets/sk_section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body" hasCustomPrompt="1"/>
          </p:nvPr>
        </p:nvSpPr>
        <p:spPr>
          <a:xfrm>
            <a:off x="777240" y="1463040"/>
            <a:ext cx="1828800" cy="1554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5400" dirty="0">
                <a:solidFill>
                  <a:schemeClr val="accent1"/>
                </a:solidFill>
                <a:latin typeface="Playwrite IE" pitchFamily="34" charset="0"/>
                <a:ea typeface="Playwrite IE" pitchFamily="34" charset="-122"/>
                <a:cs typeface="Playwrite IE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5400" dirty="0">
                <a:solidFill>
                  <a:schemeClr val="accent1"/>
                </a:solidFill>
                <a:latin typeface="Playwrite IE" pitchFamily="34" charset="0"/>
                <a:ea typeface="Playwrite IE" pitchFamily="34" charset="-122"/>
                <a:cs typeface="Playwrite IE" pitchFamily="34" charset="-120"/>
              </a:rPr>
              <a:t>1</a:t>
            </a:r>
            <a:endParaRPr lang="en-US" sz="5400" dirty="0"/>
          </a:p>
        </p:txBody>
      </p:sp>
      <p:sp>
        <p:nvSpPr>
          <p:cNvPr id="4" name="Text 0"/>
          <p:cNvSpPr/>
          <p:nvPr>
            <p:ph idx="102" type="title" hasCustomPrompt="1"/>
          </p:nvPr>
        </p:nvSpPr>
        <p:spPr>
          <a:xfrm>
            <a:off x="2880360" y="1417320"/>
            <a:ext cx="5760720" cy="15087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dirty="0">
                <a:solidFill>
                  <a:schemeClr val="tx1"/>
                </a:solidFill>
                <a:latin typeface="Playwrite DE Grund" pitchFamily="34" charset="0"/>
                <a:ea typeface="Playwrite DE Grund" pitchFamily="34" charset="-122"/>
                <a:cs typeface="Playwrite DE Grund" pitchFamily="34" charset="-120"/>
              </a:defRPr>
            </a:lvl1pPr>
          </a:lstStyle>
          <a:p>
            <a:pPr algn="l" indent="0" marL="0">
              <a:buNone/>
            </a:pPr>
            <a:r>
              <a:rPr lang="en-US" sz="3400" dirty="0">
                <a:solidFill>
                  <a:schemeClr val="tx1"/>
                </a:solidFill>
                <a:latin typeface="Playwrite DE Grund" pitchFamily="34" charset="0"/>
                <a:ea typeface="Playwrite DE Grund" pitchFamily="34" charset="-122"/>
                <a:cs typeface="Playwrite DE Grund" pitchFamily="34" charset="-120"/>
              </a:rPr>
              <a:t>Section title</a:t>
            </a:r>
            <a:endParaRPr lang="en-US" sz="34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2880360" y="3246120"/>
            <a:ext cx="576072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35000"/>
              </a:lnSpc>
              <a:buNone/>
              <a:defRPr lang="en-US" sz="1300" dirty="0">
                <a:solidFill>
                  <a:srgbClr val="9A96A0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defRPr>
            </a:lvl1pPr>
          </a:lstStyle>
          <a:p>
            <a:pPr algn="l"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9A96A0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What this part covers</a:t>
            </a:r>
            <a:endParaRPr lang="en-US" sz="13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otebook pag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8229600" cy="4343400"/>
          </a:xfrm>
          <a:prstGeom prst="rect">
            <a:avLst/>
          </a:prstGeom>
          <a:solidFill>
            <a:srgbClr val="22201F"/>
          </a:solidFill>
          <a:ln/>
        </p:spPr>
      </p:sp>
      <p:pic>
        <p:nvPicPr>
          <p:cNvPr id="3" name="Image 0" descr="/home/user/Annabel_Portfolio/_slide-themes/.cache/assets/sk_page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1"/>
          <p:cNvSpPr/>
          <p:nvPr>
            <p:ph idx="102" type="body" hasCustomPrompt="1"/>
          </p:nvPr>
        </p:nvSpPr>
        <p:spPr>
          <a:xfrm>
            <a:off x="731520" y="548640"/>
            <a:ext cx="201168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b="1" spc="120" kern="0" dirty="0">
                <a:solidFill>
                  <a:schemeClr val="tx1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000" b="1" spc="120" kern="0" dirty="0">
                <a:solidFill>
                  <a:schemeClr val="tx1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LABEL</a:t>
            </a:r>
            <a:endParaRPr lang="en-US" sz="1000" dirty="0"/>
          </a:p>
        </p:txBody>
      </p:sp>
      <p:sp>
        <p:nvSpPr>
          <p:cNvPr id="5" name="Text 1"/>
          <p:cNvSpPr/>
          <p:nvPr>
            <p:ph idx="103" type="title" hasCustomPrompt="1"/>
          </p:nvPr>
        </p:nvSpPr>
        <p:spPr>
          <a:xfrm>
            <a:off x="731520" y="841248"/>
            <a:ext cx="7680960" cy="603504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dirty="0">
                <a:solidFill>
                  <a:schemeClr val="tx1"/>
                </a:solidFill>
                <a:latin typeface="Playwrite DE Grund" pitchFamily="34" charset="0"/>
                <a:ea typeface="Playwrite DE Grund" pitchFamily="34" charset="-122"/>
                <a:cs typeface="Playwrite DE Grund" pitchFamily="34" charset="-120"/>
              </a:defRPr>
            </a:lvl1pPr>
          </a:lstStyle>
          <a:p>
            <a:pPr algn="l" indent="0" marL="0">
              <a:buNone/>
            </a:pPr>
            <a:r>
              <a:rPr lang="en-US" sz="2400" dirty="0">
                <a:solidFill>
                  <a:schemeClr val="tx1"/>
                </a:solidFill>
                <a:latin typeface="Playwrite DE Grund" pitchFamily="34" charset="0"/>
                <a:ea typeface="Playwrite DE Grund" pitchFamily="34" charset="-122"/>
                <a:cs typeface="Playwrite DE Grund" pitchFamily="34" charset="-120"/>
              </a:rPr>
              <a:t>Page title</a:t>
            </a:r>
            <a:endParaRPr lang="en-US" sz="2400" dirty="0"/>
          </a:p>
        </p:txBody>
      </p:sp>
      <p:sp>
        <p:nvSpPr>
          <p:cNvPr id="6" name="Text 1"/>
          <p:cNvSpPr/>
          <p:nvPr>
            <p:ph idx="104" type="body" hasCustomPrompt="1"/>
          </p:nvPr>
        </p:nvSpPr>
        <p:spPr>
          <a:xfrm>
            <a:off x="731520" y="1645920"/>
            <a:ext cx="7680960" cy="2926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40000"/>
              </a:lnSpc>
              <a:spcAft>
                <a:spcPts val="600"/>
              </a:spcAft>
              <a:buNone/>
              <a:defRPr lang="en-US" sz="1300" dirty="0">
                <a:solidFill>
                  <a:srgbClr val="9A96A0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9A96A0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Notes, typed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A6670"/>
                </a:solidFill>
                <a:latin typeface="Martian Mono"/>
                <a:ea typeface="Martian Mono"/>
                <a:cs typeface="Martian Mono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note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41148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dirty="0">
                <a:solidFill>
                  <a:schemeClr val="tx1"/>
                </a:solidFill>
                <a:latin typeface="Playwrite DE Grund" pitchFamily="34" charset="0"/>
                <a:ea typeface="Playwrite DE Grund" pitchFamily="34" charset="-122"/>
                <a:cs typeface="Playwrite DE Grund" pitchFamily="34" charset="-120"/>
              </a:defRPr>
            </a:lvl1pPr>
          </a:lstStyle>
          <a:p>
            <a:pPr algn="l" indent="0" marL="0">
              <a:buNone/>
            </a:pPr>
            <a:r>
              <a:rPr lang="en-US" sz="2600" dirty="0">
                <a:solidFill>
                  <a:schemeClr val="tx1"/>
                </a:solidFill>
                <a:latin typeface="Playwrite DE Grund" pitchFamily="34" charset="0"/>
                <a:ea typeface="Playwrite DE Grund" pitchFamily="34" charset="-122"/>
                <a:cs typeface="Playwrite DE Grund" pitchFamily="34" charset="-120"/>
              </a:rPr>
              <a:t>Compare two ideas</a:t>
            </a:r>
            <a:endParaRPr lang="en-US" sz="2600" dirty="0"/>
          </a:p>
        </p:txBody>
      </p:sp>
      <p:sp>
        <p:nvSpPr>
          <p:cNvPr id="3" name="Shape 0"/>
          <p:cNvSpPr/>
          <p:nvPr/>
        </p:nvSpPr>
        <p:spPr>
          <a:xfrm>
            <a:off x="457200" y="1325880"/>
            <a:ext cx="4023360" cy="3383280"/>
          </a:xfrm>
          <a:prstGeom prst="rect">
            <a:avLst/>
          </a:prstGeom>
          <a:solidFill>
            <a:srgbClr val="22201F"/>
          </a:solidFill>
          <a:ln/>
        </p:spPr>
      </p:sp>
      <p:sp>
        <p:nvSpPr>
          <p:cNvPr id="4" name="Shape 1"/>
          <p:cNvSpPr/>
          <p:nvPr/>
        </p:nvSpPr>
        <p:spPr>
          <a:xfrm>
            <a:off x="4663440" y="1325880"/>
            <a:ext cx="4023360" cy="3383280"/>
          </a:xfrm>
          <a:prstGeom prst="rect">
            <a:avLst/>
          </a:prstGeom>
          <a:solidFill>
            <a:srgbClr val="22201F"/>
          </a:solidFill>
          <a:ln/>
        </p:spPr>
      </p:sp>
      <p:pic>
        <p:nvPicPr>
          <p:cNvPr id="5" name="Image 0" descr="/home/user/Annabel_Portfolio/_slide-themes/.cache/assets/sk_two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6" name="Text 2"/>
          <p:cNvSpPr/>
          <p:nvPr>
            <p:ph idx="104" type="body" hasCustomPrompt="1"/>
          </p:nvPr>
        </p:nvSpPr>
        <p:spPr>
          <a:xfrm>
            <a:off x="658368" y="1371600"/>
            <a:ext cx="3657600" cy="5029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dirty="0">
                <a:solidFill>
                  <a:schemeClr val="tx1"/>
                </a:solidFill>
                <a:latin typeface="Playwrite DE Grund" pitchFamily="34" charset="0"/>
                <a:ea typeface="Playwrite DE Grund" pitchFamily="34" charset="-122"/>
                <a:cs typeface="Playwrite DE Grund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Playwrite DE Grund" pitchFamily="34" charset="0"/>
                <a:ea typeface="Playwrite DE Grund" pitchFamily="34" charset="-122"/>
                <a:cs typeface="Playwrite DE Grund" pitchFamily="34" charset="-120"/>
              </a:rPr>
              <a:t>Option A</a:t>
            </a:r>
            <a:endParaRPr lang="en-US" sz="1600" dirty="0"/>
          </a:p>
        </p:txBody>
      </p:sp>
      <p:sp>
        <p:nvSpPr>
          <p:cNvPr id="7" name="Text 2"/>
          <p:cNvSpPr/>
          <p:nvPr>
            <p:ph idx="105" type="body" hasCustomPrompt="1"/>
          </p:nvPr>
        </p:nvSpPr>
        <p:spPr>
          <a:xfrm>
            <a:off x="658368" y="2057400"/>
            <a:ext cx="3657600" cy="2514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40000"/>
              </a:lnSpc>
              <a:spcAft>
                <a:spcPts val="400"/>
              </a:spcAft>
              <a:buNone/>
              <a:defRPr lang="en-US" sz="1200" dirty="0">
                <a:solidFill>
                  <a:srgbClr val="9A96A0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9A96A0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Details</a:t>
            </a:r>
            <a:endParaRPr lang="en-US" sz="1200" dirty="0"/>
          </a:p>
        </p:txBody>
      </p:sp>
      <p:sp>
        <p:nvSpPr>
          <p:cNvPr id="8" name="Text 2"/>
          <p:cNvSpPr/>
          <p:nvPr>
            <p:ph idx="106" type="body" hasCustomPrompt="1"/>
          </p:nvPr>
        </p:nvSpPr>
        <p:spPr>
          <a:xfrm>
            <a:off x="4864608" y="1371600"/>
            <a:ext cx="3657600" cy="5029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dirty="0">
                <a:solidFill>
                  <a:schemeClr val="tx1"/>
                </a:solidFill>
                <a:latin typeface="Playwrite DE Grund" pitchFamily="34" charset="0"/>
                <a:ea typeface="Playwrite DE Grund" pitchFamily="34" charset="-122"/>
                <a:cs typeface="Playwrite DE Grund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Playwrite DE Grund" pitchFamily="34" charset="0"/>
                <a:ea typeface="Playwrite DE Grund" pitchFamily="34" charset="-122"/>
                <a:cs typeface="Playwrite DE Grund" pitchFamily="34" charset="-120"/>
              </a:rPr>
              <a:t>Option B (chosen)</a:t>
            </a:r>
            <a:endParaRPr lang="en-US" sz="1600" dirty="0"/>
          </a:p>
        </p:txBody>
      </p:sp>
      <p:sp>
        <p:nvSpPr>
          <p:cNvPr id="9" name="Text 2"/>
          <p:cNvSpPr/>
          <p:nvPr>
            <p:ph idx="107" type="body" hasCustomPrompt="1"/>
          </p:nvPr>
        </p:nvSpPr>
        <p:spPr>
          <a:xfrm>
            <a:off x="4864608" y="2057400"/>
            <a:ext cx="3657600" cy="2514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40000"/>
              </a:lnSpc>
              <a:spcAft>
                <a:spcPts val="400"/>
              </a:spcAft>
              <a:buNone/>
              <a:defRPr lang="en-US" sz="1200" dirty="0">
                <a:solidFill>
                  <a:srgbClr val="9A96A0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9A96A0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Details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A6670"/>
                </a:solidFill>
                <a:latin typeface="Martian Mono"/>
                <a:ea typeface="Martian Mono"/>
                <a:cs typeface="Martian Mono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rocess (3 steps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41148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dirty="0">
                <a:solidFill>
                  <a:schemeClr val="tx1"/>
                </a:solidFill>
                <a:latin typeface="Playwrite DE Grund" pitchFamily="34" charset="0"/>
                <a:ea typeface="Playwrite DE Grund" pitchFamily="34" charset="-122"/>
                <a:cs typeface="Playwrite DE Grund" pitchFamily="34" charset="-120"/>
              </a:defRPr>
            </a:lvl1pPr>
          </a:lstStyle>
          <a:p>
            <a:pPr algn="l" indent="0" marL="0">
              <a:buNone/>
            </a:pPr>
            <a:r>
              <a:rPr lang="en-US" sz="2600" dirty="0">
                <a:solidFill>
                  <a:schemeClr val="tx1"/>
                </a:solidFill>
                <a:latin typeface="Playwrite DE Grund" pitchFamily="34" charset="0"/>
                <a:ea typeface="Playwrite DE Grund" pitchFamily="34" charset="-122"/>
                <a:cs typeface="Playwrite DE Grund" pitchFamily="34" charset="-120"/>
              </a:rPr>
              <a:t>How it works</a:t>
            </a:r>
            <a:endParaRPr lang="en-US" sz="2600" dirty="0"/>
          </a:p>
        </p:txBody>
      </p:sp>
      <p:sp>
        <p:nvSpPr>
          <p:cNvPr id="3" name="Shape 0"/>
          <p:cNvSpPr/>
          <p:nvPr/>
        </p:nvSpPr>
        <p:spPr>
          <a:xfrm>
            <a:off x="457200" y="1371600"/>
            <a:ext cx="2377440" cy="2514600"/>
          </a:xfrm>
          <a:prstGeom prst="rect">
            <a:avLst/>
          </a:prstGeom>
          <a:solidFill>
            <a:srgbClr val="22201F"/>
          </a:solidFill>
          <a:ln/>
        </p:spPr>
      </p:sp>
      <p:sp>
        <p:nvSpPr>
          <p:cNvPr id="4" name="Shape 1"/>
          <p:cNvSpPr/>
          <p:nvPr/>
        </p:nvSpPr>
        <p:spPr>
          <a:xfrm>
            <a:off x="3383280" y="1371600"/>
            <a:ext cx="2377440" cy="2514600"/>
          </a:xfrm>
          <a:prstGeom prst="rect">
            <a:avLst/>
          </a:prstGeom>
          <a:solidFill>
            <a:srgbClr val="22201F"/>
          </a:solidFill>
          <a:ln/>
        </p:spPr>
      </p:sp>
      <p:sp>
        <p:nvSpPr>
          <p:cNvPr id="5" name="Shape 2"/>
          <p:cNvSpPr/>
          <p:nvPr/>
        </p:nvSpPr>
        <p:spPr>
          <a:xfrm>
            <a:off x="6309360" y="1371600"/>
            <a:ext cx="2377440" cy="2514600"/>
          </a:xfrm>
          <a:prstGeom prst="rect">
            <a:avLst/>
          </a:prstGeom>
          <a:solidFill>
            <a:srgbClr val="22201F"/>
          </a:solidFill>
          <a:ln/>
        </p:spPr>
      </p:sp>
      <p:pic>
        <p:nvPicPr>
          <p:cNvPr id="6" name="Image 0" descr="/home/user/Annabel_Portfolio/_slide-themes/.cache/assets/sk_process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7" name="Text 3"/>
          <p:cNvSpPr/>
          <p:nvPr>
            <p:ph idx="105" type="body" hasCustomPrompt="1"/>
          </p:nvPr>
        </p:nvSpPr>
        <p:spPr>
          <a:xfrm>
            <a:off x="640080" y="1481328"/>
            <a:ext cx="822960" cy="56692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dirty="0">
                <a:solidFill>
                  <a:schemeClr val="accent1"/>
                </a:solidFill>
                <a:latin typeface="Playwrite IE" pitchFamily="34" charset="0"/>
                <a:ea typeface="Playwrite IE" pitchFamily="34" charset="-122"/>
                <a:cs typeface="Playwrite IE" pitchFamily="34" charset="-120"/>
              </a:defRPr>
            </a:lvl1pPr>
          </a:lstStyle>
          <a:p>
            <a:pPr algn="l" indent="0" marL="0">
              <a:buNone/>
            </a:pPr>
            <a:r>
              <a:rPr lang="en-US" sz="2600" dirty="0">
                <a:solidFill>
                  <a:schemeClr val="accent1"/>
                </a:solidFill>
                <a:latin typeface="Playwrite IE" pitchFamily="34" charset="0"/>
                <a:ea typeface="Playwrite IE" pitchFamily="34" charset="-122"/>
                <a:cs typeface="Playwrite IE" pitchFamily="34" charset="-120"/>
              </a:rPr>
              <a:t>1</a:t>
            </a:r>
            <a:endParaRPr lang="en-US" sz="2600" dirty="0"/>
          </a:p>
        </p:txBody>
      </p:sp>
      <p:sp>
        <p:nvSpPr>
          <p:cNvPr id="8" name="Text 3"/>
          <p:cNvSpPr/>
          <p:nvPr>
            <p:ph idx="106" type="body" hasCustomPrompt="1"/>
          </p:nvPr>
        </p:nvSpPr>
        <p:spPr>
          <a:xfrm>
            <a:off x="640080" y="2084832"/>
            <a:ext cx="2057400" cy="5029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500" dirty="0">
                <a:solidFill>
                  <a:schemeClr val="tx1"/>
                </a:solidFill>
                <a:latin typeface="Playwrite DE Grund" pitchFamily="34" charset="0"/>
                <a:ea typeface="Playwrite DE Grund" pitchFamily="34" charset="-122"/>
                <a:cs typeface="Playwrite DE Grund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Playwrite DE Grund" pitchFamily="34" charset="0"/>
                <a:ea typeface="Playwrite DE Grund" pitchFamily="34" charset="-122"/>
                <a:cs typeface="Playwrite DE Grund" pitchFamily="34" charset="-120"/>
              </a:rPr>
              <a:t>Step</a:t>
            </a:r>
            <a:endParaRPr lang="en-US" sz="1500" dirty="0"/>
          </a:p>
        </p:txBody>
      </p:sp>
      <p:sp>
        <p:nvSpPr>
          <p:cNvPr id="9" name="Text 3"/>
          <p:cNvSpPr/>
          <p:nvPr>
            <p:ph idx="107" type="body" hasCustomPrompt="1"/>
          </p:nvPr>
        </p:nvSpPr>
        <p:spPr>
          <a:xfrm>
            <a:off x="640080" y="2651760"/>
            <a:ext cx="2057400" cy="11430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35000"/>
              </a:lnSpc>
              <a:buNone/>
              <a:defRPr lang="en-US" sz="1100" dirty="0">
                <a:solidFill>
                  <a:srgbClr val="9A96A0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defRPr>
            </a:lvl1pPr>
          </a:lstStyle>
          <a:p>
            <a:pPr algn="l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9A96A0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What happens</a:t>
            </a:r>
            <a:endParaRPr lang="en-US" sz="1100" dirty="0"/>
          </a:p>
        </p:txBody>
      </p:sp>
      <p:sp>
        <p:nvSpPr>
          <p:cNvPr id="10" name="Text 3"/>
          <p:cNvSpPr/>
          <p:nvPr>
            <p:ph idx="108" type="body" hasCustomPrompt="1"/>
          </p:nvPr>
        </p:nvSpPr>
        <p:spPr>
          <a:xfrm>
            <a:off x="3566160" y="1481328"/>
            <a:ext cx="822960" cy="56692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dirty="0">
                <a:solidFill>
                  <a:schemeClr val="accent1"/>
                </a:solidFill>
                <a:latin typeface="Playwrite IE" pitchFamily="34" charset="0"/>
                <a:ea typeface="Playwrite IE" pitchFamily="34" charset="-122"/>
                <a:cs typeface="Playwrite IE" pitchFamily="34" charset="-120"/>
              </a:defRPr>
            </a:lvl1pPr>
          </a:lstStyle>
          <a:p>
            <a:pPr algn="l" indent="0" marL="0">
              <a:buNone/>
            </a:pPr>
            <a:r>
              <a:rPr lang="en-US" sz="2600" dirty="0">
                <a:solidFill>
                  <a:schemeClr val="accent1"/>
                </a:solidFill>
                <a:latin typeface="Playwrite IE" pitchFamily="34" charset="0"/>
                <a:ea typeface="Playwrite IE" pitchFamily="34" charset="-122"/>
                <a:cs typeface="Playwrite IE" pitchFamily="34" charset="-120"/>
              </a:rPr>
              <a:t>2</a:t>
            </a:r>
            <a:endParaRPr lang="en-US" sz="2600" dirty="0"/>
          </a:p>
        </p:txBody>
      </p:sp>
      <p:sp>
        <p:nvSpPr>
          <p:cNvPr id="11" name="Text 3"/>
          <p:cNvSpPr/>
          <p:nvPr>
            <p:ph idx="109" type="body" hasCustomPrompt="1"/>
          </p:nvPr>
        </p:nvSpPr>
        <p:spPr>
          <a:xfrm>
            <a:off x="3566160" y="2084832"/>
            <a:ext cx="2057400" cy="5029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500" dirty="0">
                <a:solidFill>
                  <a:schemeClr val="tx1"/>
                </a:solidFill>
                <a:latin typeface="Playwrite DE Grund" pitchFamily="34" charset="0"/>
                <a:ea typeface="Playwrite DE Grund" pitchFamily="34" charset="-122"/>
                <a:cs typeface="Playwrite DE Grund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Playwrite DE Grund" pitchFamily="34" charset="0"/>
                <a:ea typeface="Playwrite DE Grund" pitchFamily="34" charset="-122"/>
                <a:cs typeface="Playwrite DE Grund" pitchFamily="34" charset="-120"/>
              </a:rPr>
              <a:t>Step</a:t>
            </a:r>
            <a:endParaRPr lang="en-US" sz="1500" dirty="0"/>
          </a:p>
        </p:txBody>
      </p:sp>
      <p:sp>
        <p:nvSpPr>
          <p:cNvPr id="12" name="Text 3"/>
          <p:cNvSpPr/>
          <p:nvPr>
            <p:ph idx="110" type="body" hasCustomPrompt="1"/>
          </p:nvPr>
        </p:nvSpPr>
        <p:spPr>
          <a:xfrm>
            <a:off x="3566160" y="2651760"/>
            <a:ext cx="2057400" cy="11430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35000"/>
              </a:lnSpc>
              <a:buNone/>
              <a:defRPr lang="en-US" sz="1100" dirty="0">
                <a:solidFill>
                  <a:srgbClr val="9A96A0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defRPr>
            </a:lvl1pPr>
          </a:lstStyle>
          <a:p>
            <a:pPr algn="l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9A96A0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What happens</a:t>
            </a:r>
            <a:endParaRPr lang="en-US" sz="1100" dirty="0"/>
          </a:p>
        </p:txBody>
      </p:sp>
      <p:sp>
        <p:nvSpPr>
          <p:cNvPr id="13" name="Text 3"/>
          <p:cNvSpPr/>
          <p:nvPr>
            <p:ph idx="111" type="body" hasCustomPrompt="1"/>
          </p:nvPr>
        </p:nvSpPr>
        <p:spPr>
          <a:xfrm>
            <a:off x="6492240" y="1481328"/>
            <a:ext cx="822960" cy="56692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dirty="0">
                <a:solidFill>
                  <a:schemeClr val="accent1"/>
                </a:solidFill>
                <a:latin typeface="Playwrite IE" pitchFamily="34" charset="0"/>
                <a:ea typeface="Playwrite IE" pitchFamily="34" charset="-122"/>
                <a:cs typeface="Playwrite IE" pitchFamily="34" charset="-120"/>
              </a:defRPr>
            </a:lvl1pPr>
          </a:lstStyle>
          <a:p>
            <a:pPr algn="l" indent="0" marL="0">
              <a:buNone/>
            </a:pPr>
            <a:r>
              <a:rPr lang="en-US" sz="2600" dirty="0">
                <a:solidFill>
                  <a:schemeClr val="accent1"/>
                </a:solidFill>
                <a:latin typeface="Playwrite IE" pitchFamily="34" charset="0"/>
                <a:ea typeface="Playwrite IE" pitchFamily="34" charset="-122"/>
                <a:cs typeface="Playwrite IE" pitchFamily="34" charset="-120"/>
              </a:rPr>
              <a:t>3</a:t>
            </a:r>
            <a:endParaRPr lang="en-US" sz="2600" dirty="0"/>
          </a:p>
        </p:txBody>
      </p:sp>
      <p:sp>
        <p:nvSpPr>
          <p:cNvPr id="14" name="Text 3"/>
          <p:cNvSpPr/>
          <p:nvPr>
            <p:ph idx="112" type="body" hasCustomPrompt="1"/>
          </p:nvPr>
        </p:nvSpPr>
        <p:spPr>
          <a:xfrm>
            <a:off x="6492240" y="2084832"/>
            <a:ext cx="2057400" cy="5029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500" dirty="0">
                <a:solidFill>
                  <a:schemeClr val="tx1"/>
                </a:solidFill>
                <a:latin typeface="Playwrite DE Grund" pitchFamily="34" charset="0"/>
                <a:ea typeface="Playwrite DE Grund" pitchFamily="34" charset="-122"/>
                <a:cs typeface="Playwrite DE Grund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Playwrite DE Grund" pitchFamily="34" charset="0"/>
                <a:ea typeface="Playwrite DE Grund" pitchFamily="34" charset="-122"/>
                <a:cs typeface="Playwrite DE Grund" pitchFamily="34" charset="-120"/>
              </a:rPr>
              <a:t>Step</a:t>
            </a:r>
            <a:endParaRPr lang="en-US" sz="1500" dirty="0"/>
          </a:p>
        </p:txBody>
      </p:sp>
      <p:sp>
        <p:nvSpPr>
          <p:cNvPr id="15" name="Text 3"/>
          <p:cNvSpPr/>
          <p:nvPr>
            <p:ph idx="113" type="body" hasCustomPrompt="1"/>
          </p:nvPr>
        </p:nvSpPr>
        <p:spPr>
          <a:xfrm>
            <a:off x="6492240" y="2651760"/>
            <a:ext cx="2057400" cy="11430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35000"/>
              </a:lnSpc>
              <a:buNone/>
              <a:defRPr lang="en-US" sz="1100" dirty="0">
                <a:solidFill>
                  <a:srgbClr val="9A96A0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defRPr>
            </a:lvl1pPr>
          </a:lstStyle>
          <a:p>
            <a:pPr algn="l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9A96A0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What happens</a:t>
            </a:r>
            <a:endParaRPr lang="en-US" sz="1100" dirty="0"/>
          </a:p>
        </p:txBody>
      </p:sp>
      <p:sp>
        <p:nvSpPr>
          <p:cNvPr id="16" name="Text 3"/>
          <p:cNvSpPr/>
          <p:nvPr>
            <p:ph idx="114" type="body" hasCustomPrompt="1"/>
          </p:nvPr>
        </p:nvSpPr>
        <p:spPr>
          <a:xfrm>
            <a:off x="1417320" y="4114800"/>
            <a:ext cx="685800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400" dirty="0">
                <a:solidFill>
                  <a:schemeClr val="accent2"/>
                </a:solidFill>
                <a:latin typeface="Playwrite DE Grund" pitchFamily="34" charset="0"/>
                <a:ea typeface="Playwrite DE Grund" pitchFamily="34" charset="-122"/>
                <a:cs typeface="Playwrite DE Grund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400" dirty="0">
                <a:solidFill>
                  <a:schemeClr val="accent2"/>
                </a:solidFill>
                <a:latin typeface="Playwrite DE Grund" pitchFamily="34" charset="0"/>
                <a:ea typeface="Playwrite DE Grund" pitchFamily="34" charset="-122"/>
                <a:cs typeface="Playwrite DE Grund" pitchFamily="34" charset="-120"/>
              </a:rPr>
              <a:t>a margin note about the process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A6670"/>
                </a:solidFill>
                <a:latin typeface="Martian Mono"/>
                <a:ea typeface="Martian Mono"/>
                <a:cs typeface="Martian Mono"/>
              </a:defRPr>
            </a:lvl1pPr>
          </a:lstStyle>
          <a:p>
            <a:pPr algn="r"/>
            <a:fld id="{F7021451-1387-4CA6-816F-3879F97B5CBC}" type="slidenum">
              <a:rPr b="0" lang="en-US"/>
              <a:t>1006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ped phot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658368"/>
            <a:ext cx="18288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b="1" spc="120" kern="0" dirty="0">
                <a:solidFill>
                  <a:schemeClr val="tx1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000" b="1" spc="120" kern="0" dirty="0">
                <a:solidFill>
                  <a:schemeClr val="tx1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LABEL</a:t>
            </a: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1051560"/>
            <a:ext cx="3291840" cy="12344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dirty="0">
                <a:solidFill>
                  <a:schemeClr val="tx1"/>
                </a:solidFill>
                <a:latin typeface="Playwrite DE Grund" pitchFamily="34" charset="0"/>
                <a:ea typeface="Playwrite DE Grund" pitchFamily="34" charset="-122"/>
                <a:cs typeface="Playwrite DE Grund" pitchFamily="34" charset="-120"/>
              </a:defRPr>
            </a:lvl1pPr>
          </a:lstStyle>
          <a:p>
            <a:pPr algn="l" indent="0" marL="0">
              <a:buNone/>
            </a:pPr>
            <a:r>
              <a:rPr lang="en-US" sz="2400" dirty="0">
                <a:solidFill>
                  <a:schemeClr val="tx1"/>
                </a:solidFill>
                <a:latin typeface="Playwrite DE Grund" pitchFamily="34" charset="0"/>
                <a:ea typeface="Playwrite DE Grund" pitchFamily="34" charset="-122"/>
                <a:cs typeface="Playwrite DE Grund" pitchFamily="34" charset="-120"/>
              </a:rPr>
              <a:t>Photo title</a:t>
            </a:r>
            <a:endParaRPr lang="en-US" sz="2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457200" y="2377440"/>
            <a:ext cx="3246120" cy="21945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40000"/>
              </a:lnSpc>
              <a:buNone/>
              <a:defRPr lang="en-US" sz="1200" dirty="0">
                <a:solidFill>
                  <a:srgbClr val="9A96A0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9A96A0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What we're looking at</a:t>
            </a:r>
            <a:endParaRPr lang="en-US" sz="1200" dirty="0"/>
          </a:p>
        </p:txBody>
      </p:sp>
      <p:sp>
        <p:nvSpPr>
          <p:cNvPr id="5" name="Shape 0"/>
          <p:cNvSpPr/>
          <p:nvPr/>
        </p:nvSpPr>
        <p:spPr>
          <a:xfrm>
            <a:off x="4069080" y="384048"/>
            <a:ext cx="4663440" cy="4389120"/>
          </a:xfrm>
          <a:prstGeom prst="rect">
            <a:avLst/>
          </a:prstGeom>
          <a:solidFill>
            <a:srgbClr val="22201F"/>
          </a:solidFill>
          <a:ln/>
        </p:spPr>
      </p:sp>
      <p:sp>
        <p:nvSpPr>
          <p:cNvPr id="6" name="Text 1"/>
          <p:cNvSpPr/>
          <p:nvPr>
            <p:ph idx="104" hasCustomPrompt="1"/>
          </p:nvPr>
        </p:nvSpPr>
        <p:spPr>
          <a:xfrm>
            <a:off x="4251960" y="566928"/>
            <a:ext cx="4297680" cy="34290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dirty="0"/>
            </a:lvl1pPr>
          </a:lstStyle>
          <a:p>
            <a:pPr algn="l" indent="0" marL="0">
              <a:buNone/>
            </a:pPr>
            <a:r>
              <a:rPr lang="en-US" dirty="0">
                <a:solidFill>
                  <a:srgbClr val="000000"/>
                </a:solidFill>
              </a:rPr>
              <a:t>Photo</a:t>
            </a:r>
            <a:endParaRPr lang="en-US" dirty="0"/>
          </a:p>
        </p:txBody>
      </p:sp>
      <p:sp>
        <p:nvSpPr>
          <p:cNvPr id="7" name="Text 1"/>
          <p:cNvSpPr/>
          <p:nvPr>
            <p:ph idx="105" type="body" hasCustomPrompt="1"/>
          </p:nvPr>
        </p:nvSpPr>
        <p:spPr>
          <a:xfrm>
            <a:off x="4251960" y="4087368"/>
            <a:ext cx="429768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400" dirty="0">
                <a:solidFill>
                  <a:schemeClr val="tx1"/>
                </a:solidFill>
                <a:latin typeface="Playwrite DE Grund" pitchFamily="34" charset="0"/>
                <a:ea typeface="Playwrite DE Grund" pitchFamily="34" charset="-122"/>
                <a:cs typeface="Playwrite DE Grund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Playwrite DE Grund" pitchFamily="34" charset="0"/>
                <a:ea typeface="Playwrite DE Grund" pitchFamily="34" charset="-122"/>
                <a:cs typeface="Playwrite DE Grund" pitchFamily="34" charset="-120"/>
              </a:rPr>
              <a:t>caption, handwritten</a:t>
            </a:r>
            <a:endParaRPr lang="en-US" sz="1400" dirty="0"/>
          </a:p>
        </p:txBody>
      </p:sp>
      <p:pic>
        <p:nvPicPr>
          <p:cNvPr id="8" name="Image 0" descr="/home/user/Annabel_Portfolio/_slide-themes/.cache/assets/sk_photo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A6670"/>
                </a:solidFill>
                <a:latin typeface="Martian Mono"/>
                <a:ea typeface="Martian Mono"/>
                <a:cs typeface="Martian Mono"/>
              </a:defRPr>
            </a:lvl1pPr>
          </a:lstStyle>
          <a:p>
            <a:pPr algn="r"/>
            <a:fld id="{F7021451-1387-4CA6-816F-3879F97B5CBC}" type="slidenum">
              <a:rPr b="0" lang="en-US"/>
              <a:t>1007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icky grid (2×2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dirty="0">
                <a:solidFill>
                  <a:schemeClr val="tx1"/>
                </a:solidFill>
                <a:latin typeface="Playwrite DE Grund" pitchFamily="34" charset="0"/>
                <a:ea typeface="Playwrite DE Grund" pitchFamily="34" charset="-122"/>
                <a:cs typeface="Playwrite DE Grund" pitchFamily="34" charset="-120"/>
              </a:defRPr>
            </a:lvl1pPr>
          </a:lstStyle>
          <a:p>
            <a:pPr algn="l" indent="0" marL="0">
              <a:buNone/>
            </a:pPr>
            <a:r>
              <a:rPr lang="en-US" sz="2600" dirty="0">
                <a:solidFill>
                  <a:schemeClr val="tx1"/>
                </a:solidFill>
                <a:latin typeface="Playwrite DE Grund" pitchFamily="34" charset="0"/>
                <a:ea typeface="Playwrite DE Grund" pitchFamily="34" charset="-122"/>
                <a:cs typeface="Playwrite DE Grund" pitchFamily="34" charset="-120"/>
              </a:rPr>
              <a:t>Four things</a:t>
            </a:r>
            <a:endParaRPr lang="en-US" sz="2600" dirty="0"/>
          </a:p>
        </p:txBody>
      </p:sp>
      <p:sp>
        <p:nvSpPr>
          <p:cNvPr id="3" name="Shape 0"/>
          <p:cNvSpPr/>
          <p:nvPr/>
        </p:nvSpPr>
        <p:spPr>
          <a:xfrm>
            <a:off x="457200" y="1188720"/>
            <a:ext cx="4069080" cy="1645920"/>
          </a:xfrm>
          <a:prstGeom prst="rect">
            <a:avLst/>
          </a:prstGeom>
          <a:solidFill>
            <a:srgbClr val="22201F"/>
          </a:solidFill>
          <a:ln/>
        </p:spPr>
      </p:sp>
      <p:sp>
        <p:nvSpPr>
          <p:cNvPr id="4" name="Shape 1"/>
          <p:cNvSpPr/>
          <p:nvPr/>
        </p:nvSpPr>
        <p:spPr>
          <a:xfrm>
            <a:off x="4617720" y="1188720"/>
            <a:ext cx="4069080" cy="1645920"/>
          </a:xfrm>
          <a:prstGeom prst="rect">
            <a:avLst/>
          </a:prstGeom>
          <a:solidFill>
            <a:srgbClr val="22201F"/>
          </a:solidFill>
          <a:ln/>
        </p:spPr>
      </p:sp>
      <p:sp>
        <p:nvSpPr>
          <p:cNvPr id="5" name="Shape 2"/>
          <p:cNvSpPr/>
          <p:nvPr/>
        </p:nvSpPr>
        <p:spPr>
          <a:xfrm>
            <a:off x="457200" y="3017520"/>
            <a:ext cx="4069080" cy="1645920"/>
          </a:xfrm>
          <a:prstGeom prst="rect">
            <a:avLst/>
          </a:prstGeom>
          <a:solidFill>
            <a:srgbClr val="22201F"/>
          </a:solidFill>
          <a:ln/>
        </p:spPr>
      </p:sp>
      <p:sp>
        <p:nvSpPr>
          <p:cNvPr id="6" name="Shape 3"/>
          <p:cNvSpPr/>
          <p:nvPr/>
        </p:nvSpPr>
        <p:spPr>
          <a:xfrm>
            <a:off x="4617720" y="3017520"/>
            <a:ext cx="4069080" cy="1645920"/>
          </a:xfrm>
          <a:prstGeom prst="rect">
            <a:avLst/>
          </a:prstGeom>
          <a:solidFill>
            <a:srgbClr val="22201F"/>
          </a:solidFill>
          <a:ln/>
        </p:spPr>
      </p:sp>
      <p:pic>
        <p:nvPicPr>
          <p:cNvPr id="7" name="Image 0" descr="/home/user/Annabel_Portfolio/_slide-themes/.cache/assets/sk_grid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8" name="Text 4"/>
          <p:cNvSpPr/>
          <p:nvPr>
            <p:ph idx="106" type="body" hasCustomPrompt="1"/>
          </p:nvPr>
        </p:nvSpPr>
        <p:spPr>
          <a:xfrm>
            <a:off x="1078992" y="1335024"/>
            <a:ext cx="3291840" cy="420624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500" dirty="0">
                <a:solidFill>
                  <a:schemeClr val="tx1"/>
                </a:solidFill>
                <a:latin typeface="Playwrite DE Grund" pitchFamily="34" charset="0"/>
                <a:ea typeface="Playwrite DE Grund" pitchFamily="34" charset="-122"/>
                <a:cs typeface="Playwrite DE Grund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Playwrite DE Grund" pitchFamily="34" charset="0"/>
                <a:ea typeface="Playwrite DE Grund" pitchFamily="34" charset="-122"/>
                <a:cs typeface="Playwrite DE Grund" pitchFamily="34" charset="-120"/>
              </a:rPr>
              <a:t>Heading</a:t>
            </a:r>
            <a:endParaRPr lang="en-US" sz="1500" dirty="0"/>
          </a:p>
        </p:txBody>
      </p:sp>
      <p:sp>
        <p:nvSpPr>
          <p:cNvPr id="9" name="Text 4"/>
          <p:cNvSpPr/>
          <p:nvPr>
            <p:ph idx="107" type="body" hasCustomPrompt="1"/>
          </p:nvPr>
        </p:nvSpPr>
        <p:spPr>
          <a:xfrm>
            <a:off x="685800" y="1847088"/>
            <a:ext cx="365760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35000"/>
              </a:lnSpc>
              <a:buNone/>
              <a:defRPr lang="en-US" sz="1100" dirty="0">
                <a:solidFill>
                  <a:srgbClr val="9A96A0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defRPr>
            </a:lvl1pPr>
          </a:lstStyle>
          <a:p>
            <a:pPr algn="l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9A96A0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Detail</a:t>
            </a:r>
            <a:endParaRPr lang="en-US" sz="1100" dirty="0"/>
          </a:p>
        </p:txBody>
      </p:sp>
      <p:sp>
        <p:nvSpPr>
          <p:cNvPr id="10" name="Text 4"/>
          <p:cNvSpPr/>
          <p:nvPr>
            <p:ph idx="108" type="body" hasCustomPrompt="1"/>
          </p:nvPr>
        </p:nvSpPr>
        <p:spPr>
          <a:xfrm>
            <a:off x="5239512" y="1335024"/>
            <a:ext cx="3291840" cy="420624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500" dirty="0">
                <a:solidFill>
                  <a:schemeClr val="tx1"/>
                </a:solidFill>
                <a:latin typeface="Playwrite DE Grund" pitchFamily="34" charset="0"/>
                <a:ea typeface="Playwrite DE Grund" pitchFamily="34" charset="-122"/>
                <a:cs typeface="Playwrite DE Grund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Playwrite DE Grund" pitchFamily="34" charset="0"/>
                <a:ea typeface="Playwrite DE Grund" pitchFamily="34" charset="-122"/>
                <a:cs typeface="Playwrite DE Grund" pitchFamily="34" charset="-120"/>
              </a:rPr>
              <a:t>Heading</a:t>
            </a:r>
            <a:endParaRPr lang="en-US" sz="1500" dirty="0"/>
          </a:p>
        </p:txBody>
      </p:sp>
      <p:sp>
        <p:nvSpPr>
          <p:cNvPr id="11" name="Text 4"/>
          <p:cNvSpPr/>
          <p:nvPr>
            <p:ph idx="109" type="body" hasCustomPrompt="1"/>
          </p:nvPr>
        </p:nvSpPr>
        <p:spPr>
          <a:xfrm>
            <a:off x="4846320" y="1847088"/>
            <a:ext cx="365760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35000"/>
              </a:lnSpc>
              <a:buNone/>
              <a:defRPr lang="en-US" sz="1100" dirty="0">
                <a:solidFill>
                  <a:srgbClr val="9A96A0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defRPr>
            </a:lvl1pPr>
          </a:lstStyle>
          <a:p>
            <a:pPr algn="l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9A96A0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Detail</a:t>
            </a:r>
            <a:endParaRPr lang="en-US" sz="1100" dirty="0"/>
          </a:p>
        </p:txBody>
      </p:sp>
      <p:sp>
        <p:nvSpPr>
          <p:cNvPr id="12" name="Text 4"/>
          <p:cNvSpPr/>
          <p:nvPr>
            <p:ph idx="110" type="body" hasCustomPrompt="1"/>
          </p:nvPr>
        </p:nvSpPr>
        <p:spPr>
          <a:xfrm>
            <a:off x="1078992" y="3163824"/>
            <a:ext cx="3291840" cy="420624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500" dirty="0">
                <a:solidFill>
                  <a:schemeClr val="tx1"/>
                </a:solidFill>
                <a:latin typeface="Playwrite DE Grund" pitchFamily="34" charset="0"/>
                <a:ea typeface="Playwrite DE Grund" pitchFamily="34" charset="-122"/>
                <a:cs typeface="Playwrite DE Grund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Playwrite DE Grund" pitchFamily="34" charset="0"/>
                <a:ea typeface="Playwrite DE Grund" pitchFamily="34" charset="-122"/>
                <a:cs typeface="Playwrite DE Grund" pitchFamily="34" charset="-120"/>
              </a:rPr>
              <a:t>Heading</a:t>
            </a:r>
            <a:endParaRPr lang="en-US" sz="1500" dirty="0"/>
          </a:p>
        </p:txBody>
      </p:sp>
      <p:sp>
        <p:nvSpPr>
          <p:cNvPr id="13" name="Text 4"/>
          <p:cNvSpPr/>
          <p:nvPr>
            <p:ph idx="111" type="body" hasCustomPrompt="1"/>
          </p:nvPr>
        </p:nvSpPr>
        <p:spPr>
          <a:xfrm>
            <a:off x="685800" y="3675888"/>
            <a:ext cx="365760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35000"/>
              </a:lnSpc>
              <a:buNone/>
              <a:defRPr lang="en-US" sz="1100" dirty="0">
                <a:solidFill>
                  <a:srgbClr val="9A96A0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defRPr>
            </a:lvl1pPr>
          </a:lstStyle>
          <a:p>
            <a:pPr algn="l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9A96A0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Detail</a:t>
            </a:r>
            <a:endParaRPr lang="en-US" sz="1100" dirty="0"/>
          </a:p>
        </p:txBody>
      </p:sp>
      <p:sp>
        <p:nvSpPr>
          <p:cNvPr id="14" name="Text 4"/>
          <p:cNvSpPr/>
          <p:nvPr>
            <p:ph idx="112" type="body" hasCustomPrompt="1"/>
          </p:nvPr>
        </p:nvSpPr>
        <p:spPr>
          <a:xfrm>
            <a:off x="5239512" y="3163824"/>
            <a:ext cx="3291840" cy="420624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500" dirty="0">
                <a:solidFill>
                  <a:schemeClr val="tx1"/>
                </a:solidFill>
                <a:latin typeface="Playwrite DE Grund" pitchFamily="34" charset="0"/>
                <a:ea typeface="Playwrite DE Grund" pitchFamily="34" charset="-122"/>
                <a:cs typeface="Playwrite DE Grund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Playwrite DE Grund" pitchFamily="34" charset="0"/>
                <a:ea typeface="Playwrite DE Grund" pitchFamily="34" charset="-122"/>
                <a:cs typeface="Playwrite DE Grund" pitchFamily="34" charset="-120"/>
              </a:rPr>
              <a:t>Heading</a:t>
            </a:r>
            <a:endParaRPr lang="en-US" sz="1500" dirty="0"/>
          </a:p>
        </p:txBody>
      </p:sp>
      <p:sp>
        <p:nvSpPr>
          <p:cNvPr id="15" name="Text 4"/>
          <p:cNvSpPr/>
          <p:nvPr>
            <p:ph idx="113" type="body" hasCustomPrompt="1"/>
          </p:nvPr>
        </p:nvSpPr>
        <p:spPr>
          <a:xfrm>
            <a:off x="4846320" y="3675888"/>
            <a:ext cx="365760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35000"/>
              </a:lnSpc>
              <a:buNone/>
              <a:defRPr lang="en-US" sz="1100" dirty="0">
                <a:solidFill>
                  <a:srgbClr val="9A96A0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defRPr>
            </a:lvl1pPr>
          </a:lstStyle>
          <a:p>
            <a:pPr algn="l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9A96A0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Detail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A6670"/>
                </a:solidFill>
                <a:latin typeface="Martian Mono"/>
                <a:ea typeface="Martian Mono"/>
                <a:cs typeface="Martian Mono"/>
              </a:defRPr>
            </a:lvl1pPr>
          </a:lstStyle>
          <a:p>
            <a:pPr algn="r"/>
            <a:fld id="{F7021451-1387-4CA6-816F-3879F97B5CBC}" type="slidenum">
              <a:rPr b="0" lang="en-US"/>
              <a:t>1008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Annabel_Portfolio/_slide-themes/.cache/assets/sk_quote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20040" y="640080"/>
            <a:ext cx="914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600" dirty="0">
                <a:solidFill>
                  <a:schemeClr val="accent1"/>
                </a:solidFill>
                <a:latin typeface="Playwrite IE" pitchFamily="34" charset="0"/>
                <a:ea typeface="Playwrite IE" pitchFamily="34" charset="-122"/>
                <a:cs typeface="Playwrite IE" pitchFamily="34" charset="-120"/>
              </a:rPr>
              <a:t>“</a:t>
            </a:r>
            <a:endParaRPr lang="en-US" sz="96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1325880" y="1051560"/>
            <a:ext cx="7132320" cy="2423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25000"/>
              </a:lnSpc>
              <a:buNone/>
              <a:defRPr lang="en-US" sz="2600" dirty="0">
                <a:solidFill>
                  <a:schemeClr val="tx1"/>
                </a:solidFill>
                <a:latin typeface="Playwrite DE Grund" pitchFamily="34" charset="0"/>
                <a:ea typeface="Playwrite DE Grund" pitchFamily="34" charset="-122"/>
                <a:cs typeface="Playwrite DE Grund" pitchFamily="34" charset="-120"/>
              </a:defRPr>
            </a:lvl1pPr>
          </a:lstStyle>
          <a:p>
            <a:pPr algn="l" indent="0" marL="0">
              <a:lnSpc>
                <a:spcPct val="125000"/>
              </a:lnSpc>
              <a:buNone/>
            </a:pPr>
            <a:r>
              <a:rPr lang="en-US" sz="2600" dirty="0">
                <a:solidFill>
                  <a:schemeClr val="tx1"/>
                </a:solidFill>
                <a:latin typeface="Playwrite DE Grund" pitchFamily="34" charset="0"/>
                <a:ea typeface="Playwrite DE Grund" pitchFamily="34" charset="-122"/>
                <a:cs typeface="Playwrite DE Grund" pitchFamily="34" charset="-120"/>
              </a:rPr>
              <a:t>Something worth writing down.</a:t>
            </a:r>
            <a:endParaRPr lang="en-US" sz="2600" dirty="0"/>
          </a:p>
        </p:txBody>
      </p:sp>
      <p:sp>
        <p:nvSpPr>
          <p:cNvPr id="5" name="Text 1"/>
          <p:cNvSpPr/>
          <p:nvPr>
            <p:ph idx="103" type="body" hasCustomPrompt="1"/>
          </p:nvPr>
        </p:nvSpPr>
        <p:spPr>
          <a:xfrm>
            <a:off x="1371600" y="3611880"/>
            <a:ext cx="6400800" cy="310896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200" b="1" dirty="0">
                <a:solidFill>
                  <a:schemeClr val="tx1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— source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A6670"/>
                </a:solidFill>
                <a:latin typeface="Martian Mono"/>
                <a:ea typeface="Martian Mono"/>
                <a:cs typeface="Martian Mono"/>
              </a:defRPr>
            </a:lvl1pPr>
          </a:lstStyle>
          <a:p>
            <a:pPr algn="r"/>
            <a:fld id="{F7021451-1387-4CA6-816F-3879F97B5CBC}" type="slidenum">
              <a:rPr b="0" lang="en-US"/>
              <a:t>1009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Annabel_Portfolio/_slide-themes/.cache/assets/sk_titleonly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384048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dirty="0">
                <a:solidFill>
                  <a:schemeClr val="tx1"/>
                </a:solidFill>
                <a:latin typeface="Playwrite DE Grund" pitchFamily="34" charset="0"/>
                <a:ea typeface="Playwrite DE Grund" pitchFamily="34" charset="-122"/>
                <a:cs typeface="Playwrite DE Grund" pitchFamily="34" charset="-120"/>
              </a:defRPr>
            </a:lvl1pPr>
          </a:lstStyle>
          <a:p>
            <a:pPr algn="l" indent="0" marL="0">
              <a:buNone/>
            </a:pPr>
            <a:r>
              <a:rPr lang="en-US" sz="2600" dirty="0">
                <a:solidFill>
                  <a:schemeClr val="tx1"/>
                </a:solidFill>
                <a:latin typeface="Playwrite DE Grund" pitchFamily="34" charset="0"/>
                <a:ea typeface="Playwrite DE Grund" pitchFamily="34" charset="-122"/>
                <a:cs typeface="Playwrite DE Grund" pitchFamily="34" charset="-120"/>
              </a:rPr>
              <a:t>Title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A6670"/>
                </a:solidFill>
                <a:latin typeface="Martian Mono"/>
                <a:ea typeface="Martian Mono"/>
                <a:cs typeface="Martian Mono"/>
              </a:defRPr>
            </a:lvl1pPr>
          </a:lstStyle>
          <a:p>
            <a:pPr algn="r"/>
            <a:fld id="{F7021451-1387-4CA6-816F-3879F97B5CBC}" type="slidenum">
              <a:rPr b="0" lang="en-US"/>
              <a:t>1010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Annabel_Portfolio/_slide-themes/.cache/assets/sk_closing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914400" y="1143000"/>
            <a:ext cx="7315200" cy="1600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5400" dirty="0">
                <a:solidFill>
                  <a:schemeClr val="tx1"/>
                </a:solidFill>
                <a:latin typeface="Playwrite IE" pitchFamily="34" charset="0"/>
                <a:ea typeface="Playwrite IE" pitchFamily="34" charset="-122"/>
                <a:cs typeface="Playwrite IE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5400" dirty="0">
                <a:solidFill>
                  <a:schemeClr val="tx1"/>
                </a:solidFill>
                <a:latin typeface="Playwrite IE" pitchFamily="34" charset="0"/>
                <a:ea typeface="Playwrite IE" pitchFamily="34" charset="-122"/>
                <a:cs typeface="Playwrite IE" pitchFamily="34" charset="-120"/>
              </a:rPr>
              <a:t>thanks!</a:t>
            </a:r>
            <a:endParaRPr lang="en-US" sz="5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914400" y="2743200"/>
            <a:ext cx="7315200" cy="411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300" dirty="0">
                <a:solidFill>
                  <a:srgbClr val="9A96A0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300" dirty="0">
                <a:solidFill>
                  <a:srgbClr val="9A96A0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Subtitle</a:t>
            </a:r>
            <a:endParaRPr lang="en-US" sz="13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2011680" y="3401568"/>
            <a:ext cx="5120640" cy="420624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200" dirty="0">
                <a:solidFill>
                  <a:schemeClr val="tx1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email · site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(graph paper)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A6670"/>
                </a:solidFill>
                <a:latin typeface="Martian Mono"/>
                <a:ea typeface="Martian Mono"/>
                <a:cs typeface="Martian Mono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731520" y="1234440"/>
            <a:ext cx="7680960" cy="1417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5000" dirty="0">
                <a:solidFill>
                  <a:schemeClr val="tx1"/>
                </a:solidFill>
                <a:latin typeface="Playwrite IE" pitchFamily="34" charset="0"/>
                <a:ea typeface="Playwrite IE" pitchFamily="34" charset="-122"/>
                <a:cs typeface="Playwrite IE" pitchFamily="34" charset="-120"/>
              </a:rPr>
              <a:t>Thesis notebook</a:t>
            </a:r>
            <a:endParaRPr lang="en-US" sz="5000" dirty="0"/>
          </a:p>
        </p:txBody>
      </p:sp>
      <p:sp>
        <p:nvSpPr>
          <p:cNvPr id="3" name="Text 0"/>
          <p:cNvSpPr/>
          <p:nvPr>
            <p:ph idx="102" type="body" hasCustomPrompt="1"/>
          </p:nvPr>
        </p:nvSpPr>
        <p:spPr>
          <a:xfrm>
            <a:off x="731520" y="2743200"/>
            <a:ext cx="768096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9A96A0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Sensors, scenes and a costume that cues itself</a:t>
            </a:r>
            <a:endParaRPr lang="en-US" sz="1400" dirty="0"/>
          </a:p>
        </p:txBody>
      </p:sp>
      <p:sp>
        <p:nvSpPr>
          <p:cNvPr id="4" name="Text 0"/>
          <p:cNvSpPr/>
          <p:nvPr>
            <p:ph idx="103" type="body" hasCustomPrompt="1"/>
          </p:nvPr>
        </p:nvSpPr>
        <p:spPr>
          <a:xfrm>
            <a:off x="896112" y="3520440"/>
            <a:ext cx="324612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chemeClr val="tx1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Annabel Lee</a:t>
            </a:r>
            <a:endParaRPr lang="en-US" sz="11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chemeClr val="tx1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October 2026</a:t>
            </a:r>
            <a:endParaRPr lang="en-US" sz="1100" dirty="0"/>
          </a:p>
        </p:txBody>
      </p:sp>
      <p:sp>
        <p:nvSpPr>
          <p:cNvPr id="5" name="Text 0"/>
          <p:cNvSpPr/>
          <p:nvPr>
            <p:ph idx="104" type="body" hasCustomPrompt="1"/>
          </p:nvPr>
        </p:nvSpPr>
        <p:spPr>
          <a:xfrm>
            <a:off x="5577840" y="3611880"/>
            <a:ext cx="310896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accent2"/>
                </a:solidFill>
                <a:latin typeface="Playwrite DE Grund" pitchFamily="34" charset="0"/>
                <a:ea typeface="Playwrite DE Grund" pitchFamily="34" charset="-122"/>
                <a:cs typeface="Playwrite DE Grund" pitchFamily="34" charset="-120"/>
              </a:rPr>
              <a:t>draft v0.3 — still sketching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777240" y="1463040"/>
            <a:ext cx="1828800" cy="1554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5400" dirty="0">
                <a:solidFill>
                  <a:schemeClr val="accent1"/>
                </a:solidFill>
                <a:latin typeface="Playwrite IE" pitchFamily="34" charset="0"/>
                <a:ea typeface="Playwrite IE" pitchFamily="34" charset="-122"/>
                <a:cs typeface="Playwrite IE" pitchFamily="34" charset="-120"/>
              </a:rPr>
              <a:t>2</a:t>
            </a:r>
            <a:endParaRPr lang="en-US" sz="54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2880360" y="1417320"/>
            <a:ext cx="5760720" cy="1508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b"/>
          <a:lstStyle/>
          <a:p>
            <a:pPr algn="l" indent="0" marL="0">
              <a:buNone/>
            </a:pPr>
            <a:r>
              <a:rPr lang="en-US" sz="3400" dirty="0">
                <a:solidFill>
                  <a:schemeClr val="tx1"/>
                </a:solidFill>
                <a:latin typeface="Playwrite DE Grund" pitchFamily="34" charset="0"/>
                <a:ea typeface="Playwrite DE Grund" pitchFamily="34" charset="-122"/>
                <a:cs typeface="Playwrite DE Grund" pitchFamily="34" charset="-120"/>
              </a:rPr>
              <a:t>Prototyping the wearable</a:t>
            </a:r>
            <a:endParaRPr lang="en-US" sz="3400" dirty="0"/>
          </a:p>
        </p:txBody>
      </p:sp>
      <p:sp>
        <p:nvSpPr>
          <p:cNvPr id="4" name="Text 0"/>
          <p:cNvSpPr/>
          <p:nvPr>
            <p:ph idx="103" type="body" hasCustomPrompt="1"/>
          </p:nvPr>
        </p:nvSpPr>
        <p:spPr>
          <a:xfrm>
            <a:off x="2880360" y="3246120"/>
            <a:ext cx="5760720" cy="822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9A96A0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Three boards, two failures, one keeper.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731520" y="548640"/>
            <a:ext cx="201168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1000" b="1" spc="120" kern="0" dirty="0">
                <a:solidFill>
                  <a:schemeClr val="tx1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FIELD NOTES</a:t>
            </a:r>
            <a:endParaRPr lang="en-US" sz="10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731520" y="841248"/>
            <a:ext cx="7680960" cy="6035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chemeClr val="tx1"/>
                </a:solidFill>
                <a:latin typeface="Playwrite DE Grund" pitchFamily="34" charset="0"/>
                <a:ea typeface="Playwrite DE Grund" pitchFamily="34" charset="-122"/>
                <a:cs typeface="Playwrite DE Grund" pitchFamily="34" charset="-120"/>
              </a:rPr>
              <a:t>What tech week taught me</a:t>
            </a:r>
            <a:endParaRPr lang="en-US" sz="24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731520" y="1645920"/>
            <a:ext cx="7680960" cy="2926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marL="177800" indent="-177800">
              <a:lnSpc>
                <a:spcPct val="14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9A96A0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Sweat is a design constraint: seal every connector</a:t>
            </a:r>
            <a:endParaRPr lang="en-US" sz="1300" dirty="0"/>
          </a:p>
          <a:p>
            <a:pPr algn="l" marL="177800" indent="-177800">
              <a:lnSpc>
                <a:spcPct val="14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9A96A0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Operators trust what they can see, so show the feed</a:t>
            </a:r>
            <a:endParaRPr lang="en-US" sz="1300" dirty="0"/>
          </a:p>
          <a:p>
            <a:pPr algn="l" marL="177800" indent="-177800">
              <a:lnSpc>
                <a:spcPct val="14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9A96A0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Battery math always loses to a long Act II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A6670"/>
                </a:solidFill>
                <a:latin typeface="Martian Mono"/>
                <a:ea typeface="Martian Mono"/>
                <a:cs typeface="Martian Mono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411480"/>
            <a:ext cx="822960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chemeClr val="tx1"/>
                </a:solidFill>
                <a:latin typeface="Playwrite DE Grund" pitchFamily="34" charset="0"/>
                <a:ea typeface="Playwrite DE Grund" pitchFamily="34" charset="-122"/>
                <a:cs typeface="Playwrite DE Grund" pitchFamily="34" charset="-120"/>
              </a:rPr>
              <a:t>Sensor placement</a:t>
            </a:r>
            <a:endParaRPr lang="en-US" sz="2600" dirty="0"/>
          </a:p>
        </p:txBody>
      </p:sp>
      <p:sp>
        <p:nvSpPr>
          <p:cNvPr id="3" name="Text 2"/>
          <p:cNvSpPr/>
          <p:nvPr>
            <p:ph idx="104" type="body" hasCustomPrompt="1"/>
          </p:nvPr>
        </p:nvSpPr>
        <p:spPr>
          <a:xfrm>
            <a:off x="658368" y="1371600"/>
            <a:ext cx="365760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Playwrite DE Grund" pitchFamily="34" charset="0"/>
                <a:ea typeface="Playwrite DE Grund" pitchFamily="34" charset="-122"/>
                <a:cs typeface="Playwrite DE Grund" pitchFamily="34" charset="-120"/>
              </a:rPr>
              <a:t>Wrist IMU</a:t>
            </a:r>
            <a:endParaRPr lang="en-US" sz="1600" dirty="0"/>
          </a:p>
        </p:txBody>
      </p:sp>
      <p:sp>
        <p:nvSpPr>
          <p:cNvPr id="4" name="Text 2"/>
          <p:cNvSpPr/>
          <p:nvPr>
            <p:ph idx="105" type="body" hasCustomPrompt="1"/>
          </p:nvPr>
        </p:nvSpPr>
        <p:spPr>
          <a:xfrm>
            <a:off x="658368" y="2057400"/>
            <a:ext cx="3657600" cy="2514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marL="177800" indent="-177800">
              <a:lnSpc>
                <a:spcPct val="140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9A96A0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Easy to wire</a:t>
            </a:r>
            <a:endParaRPr lang="en-US" sz="1200" dirty="0"/>
          </a:p>
          <a:p>
            <a:pPr algn="l" marL="177800" indent="-177800">
              <a:lnSpc>
                <a:spcPct val="140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9A96A0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Reads gestures well</a:t>
            </a:r>
            <a:endParaRPr lang="en-US" sz="1200" dirty="0"/>
          </a:p>
          <a:p>
            <a:pPr algn="l" marL="177800" indent="-177800">
              <a:lnSpc>
                <a:spcPct val="140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9A96A0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Snags on props</a:t>
            </a:r>
            <a:endParaRPr lang="en-US" sz="1200" dirty="0"/>
          </a:p>
        </p:txBody>
      </p:sp>
      <p:sp>
        <p:nvSpPr>
          <p:cNvPr id="5" name="Text 2"/>
          <p:cNvSpPr/>
          <p:nvPr>
            <p:ph idx="106" type="body" hasCustomPrompt="1"/>
          </p:nvPr>
        </p:nvSpPr>
        <p:spPr>
          <a:xfrm>
            <a:off x="4864608" y="1371600"/>
            <a:ext cx="365760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Playwrite DE Grund" pitchFamily="34" charset="0"/>
                <a:ea typeface="Playwrite DE Grund" pitchFamily="34" charset="-122"/>
                <a:cs typeface="Playwrite DE Grund" pitchFamily="34" charset="-120"/>
              </a:rPr>
              <a:t>Sternum IMU (chosen)</a:t>
            </a:r>
            <a:endParaRPr lang="en-US" sz="1600" dirty="0"/>
          </a:p>
        </p:txBody>
      </p:sp>
      <p:sp>
        <p:nvSpPr>
          <p:cNvPr id="6" name="Text 2"/>
          <p:cNvSpPr/>
          <p:nvPr>
            <p:ph idx="107" type="body" hasCustomPrompt="1"/>
          </p:nvPr>
        </p:nvSpPr>
        <p:spPr>
          <a:xfrm>
            <a:off x="4864608" y="2057400"/>
            <a:ext cx="3657600" cy="2514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marL="177800" indent="-177800">
              <a:lnSpc>
                <a:spcPct val="140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9A96A0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Hidden under costume</a:t>
            </a:r>
            <a:endParaRPr lang="en-US" sz="1200" dirty="0"/>
          </a:p>
          <a:p>
            <a:pPr algn="l" marL="177800" indent="-177800">
              <a:lnSpc>
                <a:spcPct val="140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9A96A0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Tracks whole-body motion</a:t>
            </a:r>
            <a:endParaRPr lang="en-US" sz="1200" dirty="0"/>
          </a:p>
          <a:p>
            <a:pPr algn="l" marL="177800" indent="-177800">
              <a:lnSpc>
                <a:spcPct val="140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9A96A0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One cable run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A6670"/>
                </a:solidFill>
                <a:latin typeface="Martian Mono"/>
                <a:ea typeface="Martian Mono"/>
                <a:cs typeface="Martian Mono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411480"/>
            <a:ext cx="822960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chemeClr val="tx1"/>
                </a:solidFill>
                <a:latin typeface="Playwrite DE Grund" pitchFamily="34" charset="0"/>
                <a:ea typeface="Playwrite DE Grund" pitchFamily="34" charset="-122"/>
                <a:cs typeface="Playwrite DE Grund" pitchFamily="34" charset="-120"/>
              </a:rPr>
              <a:t>From motion to light</a:t>
            </a:r>
            <a:endParaRPr lang="en-US" sz="2600" dirty="0"/>
          </a:p>
        </p:txBody>
      </p:sp>
      <p:sp>
        <p:nvSpPr>
          <p:cNvPr id="3" name="Text 3"/>
          <p:cNvSpPr/>
          <p:nvPr>
            <p:ph idx="105" type="body" hasCustomPrompt="1"/>
          </p:nvPr>
        </p:nvSpPr>
        <p:spPr>
          <a:xfrm>
            <a:off x="640080" y="1481328"/>
            <a:ext cx="82296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chemeClr val="accent1"/>
                </a:solidFill>
                <a:latin typeface="Playwrite IE" pitchFamily="34" charset="0"/>
                <a:ea typeface="Playwrite IE" pitchFamily="34" charset="-122"/>
                <a:cs typeface="Playwrite IE" pitchFamily="34" charset="-120"/>
              </a:rPr>
              <a:t>1</a:t>
            </a:r>
            <a:endParaRPr lang="en-US" sz="2600" dirty="0"/>
          </a:p>
        </p:txBody>
      </p:sp>
      <p:sp>
        <p:nvSpPr>
          <p:cNvPr id="4" name="Text 3"/>
          <p:cNvSpPr/>
          <p:nvPr>
            <p:ph idx="106" type="body" hasCustomPrompt="1"/>
          </p:nvPr>
        </p:nvSpPr>
        <p:spPr>
          <a:xfrm>
            <a:off x="640080" y="2084832"/>
            <a:ext cx="205740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Playwrite DE Grund" pitchFamily="34" charset="0"/>
                <a:ea typeface="Playwrite DE Grund" pitchFamily="34" charset="-122"/>
                <a:cs typeface="Playwrite DE Grund" pitchFamily="34" charset="-120"/>
              </a:rPr>
              <a:t>Sense</a:t>
            </a:r>
            <a:endParaRPr lang="en-US" sz="1500" dirty="0"/>
          </a:p>
        </p:txBody>
      </p:sp>
      <p:sp>
        <p:nvSpPr>
          <p:cNvPr id="5" name="Text 3"/>
          <p:cNvSpPr/>
          <p:nvPr>
            <p:ph idx="107" type="body" hasCustomPrompt="1"/>
          </p:nvPr>
        </p:nvSpPr>
        <p:spPr>
          <a:xfrm>
            <a:off x="640080" y="2651760"/>
            <a:ext cx="2057400" cy="1143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9A96A0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The IMU reports orientation 100 times a second</a:t>
            </a:r>
            <a:endParaRPr lang="en-US" sz="1100" dirty="0"/>
          </a:p>
        </p:txBody>
      </p:sp>
      <p:sp>
        <p:nvSpPr>
          <p:cNvPr id="6" name="Text 3"/>
          <p:cNvSpPr/>
          <p:nvPr>
            <p:ph idx="108" type="body" hasCustomPrompt="1"/>
          </p:nvPr>
        </p:nvSpPr>
        <p:spPr>
          <a:xfrm>
            <a:off x="3566160" y="1481328"/>
            <a:ext cx="82296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chemeClr val="accent1"/>
                </a:solidFill>
                <a:latin typeface="Playwrite IE" pitchFamily="34" charset="0"/>
                <a:ea typeface="Playwrite IE" pitchFamily="34" charset="-122"/>
                <a:cs typeface="Playwrite IE" pitchFamily="34" charset="-120"/>
              </a:rPr>
              <a:t>2</a:t>
            </a:r>
            <a:endParaRPr lang="en-US" sz="2600" dirty="0"/>
          </a:p>
        </p:txBody>
      </p:sp>
      <p:sp>
        <p:nvSpPr>
          <p:cNvPr id="7" name="Text 3"/>
          <p:cNvSpPr/>
          <p:nvPr>
            <p:ph idx="109" type="body" hasCustomPrompt="1"/>
          </p:nvPr>
        </p:nvSpPr>
        <p:spPr>
          <a:xfrm>
            <a:off x="3566160" y="2084832"/>
            <a:ext cx="205740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Playwrite DE Grund" pitchFamily="34" charset="0"/>
                <a:ea typeface="Playwrite DE Grund" pitchFamily="34" charset="-122"/>
                <a:cs typeface="Playwrite DE Grund" pitchFamily="34" charset="-120"/>
              </a:rPr>
              <a:t>Map</a:t>
            </a:r>
            <a:endParaRPr lang="en-US" sz="1500" dirty="0"/>
          </a:p>
        </p:txBody>
      </p:sp>
      <p:sp>
        <p:nvSpPr>
          <p:cNvPr id="8" name="Text 3"/>
          <p:cNvSpPr/>
          <p:nvPr>
            <p:ph idx="110" type="body" hasCustomPrompt="1"/>
          </p:nvPr>
        </p:nvSpPr>
        <p:spPr>
          <a:xfrm>
            <a:off x="3566160" y="2651760"/>
            <a:ext cx="2057400" cy="1143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9A96A0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A scene scales the value into a cue range</a:t>
            </a:r>
            <a:endParaRPr lang="en-US" sz="1100" dirty="0"/>
          </a:p>
        </p:txBody>
      </p:sp>
      <p:sp>
        <p:nvSpPr>
          <p:cNvPr id="9" name="Text 3"/>
          <p:cNvSpPr/>
          <p:nvPr>
            <p:ph idx="111" type="body" hasCustomPrompt="1"/>
          </p:nvPr>
        </p:nvSpPr>
        <p:spPr>
          <a:xfrm>
            <a:off x="6492240" y="1481328"/>
            <a:ext cx="82296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chemeClr val="accent1"/>
                </a:solidFill>
                <a:latin typeface="Playwrite IE" pitchFamily="34" charset="0"/>
                <a:ea typeface="Playwrite IE" pitchFamily="34" charset="-122"/>
                <a:cs typeface="Playwrite IE" pitchFamily="34" charset="-120"/>
              </a:rPr>
              <a:t>3</a:t>
            </a:r>
            <a:endParaRPr lang="en-US" sz="2600" dirty="0"/>
          </a:p>
        </p:txBody>
      </p:sp>
      <p:sp>
        <p:nvSpPr>
          <p:cNvPr id="10" name="Text 3"/>
          <p:cNvSpPr/>
          <p:nvPr>
            <p:ph idx="112" type="body" hasCustomPrompt="1"/>
          </p:nvPr>
        </p:nvSpPr>
        <p:spPr>
          <a:xfrm>
            <a:off x="6492240" y="2084832"/>
            <a:ext cx="205740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Playwrite DE Grund" pitchFamily="34" charset="0"/>
                <a:ea typeface="Playwrite DE Grund" pitchFamily="34" charset="-122"/>
                <a:cs typeface="Playwrite DE Grund" pitchFamily="34" charset="-120"/>
              </a:rPr>
              <a:t>Send</a:t>
            </a:r>
            <a:endParaRPr lang="en-US" sz="1500" dirty="0"/>
          </a:p>
        </p:txBody>
      </p:sp>
      <p:sp>
        <p:nvSpPr>
          <p:cNvPr id="11" name="Text 3"/>
          <p:cNvSpPr/>
          <p:nvPr>
            <p:ph idx="113" type="body" hasCustomPrompt="1"/>
          </p:nvPr>
        </p:nvSpPr>
        <p:spPr>
          <a:xfrm>
            <a:off x="6492240" y="2651760"/>
            <a:ext cx="2057400" cy="1143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9A96A0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OSC hits the lighting desk on the show network</a:t>
            </a:r>
            <a:endParaRPr lang="en-US" sz="1100" dirty="0"/>
          </a:p>
        </p:txBody>
      </p:sp>
      <p:sp>
        <p:nvSpPr>
          <p:cNvPr id="12" name="Text 3"/>
          <p:cNvSpPr/>
          <p:nvPr>
            <p:ph idx="114" type="body" hasCustomPrompt="1"/>
          </p:nvPr>
        </p:nvSpPr>
        <p:spPr>
          <a:xfrm>
            <a:off x="1417320" y="4114800"/>
            <a:ext cx="68580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accent2"/>
                </a:solidFill>
                <a:latin typeface="Playwrite DE Grund" pitchFamily="34" charset="0"/>
                <a:ea typeface="Playwrite DE Grund" pitchFamily="34" charset="-122"/>
                <a:cs typeface="Playwrite DE Grund" pitchFamily="34" charset="-120"/>
              </a:rPr>
              <a:t>latency budget: under 20 ms end to end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A6670"/>
                </a:solidFill>
                <a:latin typeface="Martian Mono"/>
                <a:ea typeface="Martian Mono"/>
                <a:cs typeface="Martian Mono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658368"/>
            <a:ext cx="182880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1000" b="1" spc="120" kern="0" dirty="0">
                <a:solidFill>
                  <a:schemeClr val="tx1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BENCH</a:t>
            </a: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1051560"/>
            <a:ext cx="3291840" cy="1234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chemeClr val="tx1"/>
                </a:solidFill>
                <a:latin typeface="Playwrite DE Grund" pitchFamily="34" charset="0"/>
                <a:ea typeface="Playwrite DE Grund" pitchFamily="34" charset="-122"/>
                <a:cs typeface="Playwrite DE Grund" pitchFamily="34" charset="-120"/>
              </a:rPr>
              <a:t>Driver board, rev 2</a:t>
            </a:r>
            <a:endParaRPr lang="en-US" sz="2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457200" y="2377440"/>
            <a:ext cx="3246120" cy="2194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9A96A0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Hand-wired shift registers before the PCB came back. Ugly, but it proved the timing.</a:t>
            </a:r>
            <a:endParaRPr lang="en-US" sz="1200" dirty="0"/>
          </a:p>
        </p:txBody>
      </p:sp>
      <p:pic>
        <p:nvPicPr>
          <p:cNvPr id="5" name="Image 0" descr="/home/user/Annabel_Portfolio/_slide-themes/.cache/photos/nixie.jpg">    </p:cNvPr>
          <p:cNvPicPr>
            <a:picLocks noChangeAspect="1"/>
          </p:cNvPicPr>
          <p:nvPr>
            <p:ph idx="104" hasCustomPrompt="1"/>
          </p:nvPr>
        </p:nvPicPr>
        <p:blipFill>
          <a:blip r:embed="rId1"/>
          <a:srcRect l="0" r="0" t="0" b="0"/>
          <a:stretch/>
        </p:blipFill>
        <p:spPr>
          <a:xfrm>
            <a:off x="4251960" y="566928"/>
            <a:ext cx="4297680" cy="3429000"/>
          </a:xfrm>
          <a:prstGeom prst="rect">
            <a:avLst/>
          </a:prstGeom>
        </p:spPr>
      </p:pic>
      <p:sp>
        <p:nvSpPr>
          <p:cNvPr id="6" name="Text 1"/>
          <p:cNvSpPr/>
          <p:nvPr>
            <p:ph idx="105" type="body" hasCustomPrompt="1"/>
          </p:nvPr>
        </p:nvSpPr>
        <p:spPr>
          <a:xfrm>
            <a:off x="4251960" y="4087368"/>
            <a:ext cx="429768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Playwrite DE Grund" pitchFamily="34" charset="0"/>
                <a:ea typeface="Playwrite DE Grund" pitchFamily="34" charset="-122"/>
                <a:cs typeface="Playwrite DE Grund" pitchFamily="34" charset="-120"/>
              </a:rPr>
              <a:t>it works!! (mostly)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A6670"/>
                </a:solidFill>
                <a:latin typeface="Martian Mono"/>
                <a:ea typeface="Martian Mono"/>
                <a:cs typeface="Martian Mono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chemeClr val="tx1"/>
                </a:solidFill>
                <a:latin typeface="Playwrite DE Grund" pitchFamily="34" charset="0"/>
                <a:ea typeface="Playwrite DE Grund" pitchFamily="34" charset="-122"/>
                <a:cs typeface="Playwrite DE Grund" pitchFamily="34" charset="-120"/>
              </a:rPr>
              <a:t>Status board</a:t>
            </a:r>
            <a:endParaRPr lang="en-US" sz="2600" dirty="0"/>
          </a:p>
        </p:txBody>
      </p:sp>
      <p:sp>
        <p:nvSpPr>
          <p:cNvPr id="3" name="Text 4"/>
          <p:cNvSpPr/>
          <p:nvPr>
            <p:ph idx="106" type="body" hasCustomPrompt="1"/>
          </p:nvPr>
        </p:nvSpPr>
        <p:spPr>
          <a:xfrm>
            <a:off x="1078992" y="1335024"/>
            <a:ext cx="3291840" cy="4206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Playwrite DE Grund" pitchFamily="34" charset="0"/>
                <a:ea typeface="Playwrite DE Grund" pitchFamily="34" charset="-122"/>
                <a:cs typeface="Playwrite DE Grund" pitchFamily="34" charset="-120"/>
              </a:rPr>
              <a:t>In progress</a:t>
            </a:r>
            <a:endParaRPr lang="en-US" sz="1500" dirty="0"/>
          </a:p>
        </p:txBody>
      </p:sp>
      <p:sp>
        <p:nvSpPr>
          <p:cNvPr id="4" name="Text 4"/>
          <p:cNvSpPr/>
          <p:nvPr>
            <p:ph idx="107" type="body" hasCustomPrompt="1"/>
          </p:nvPr>
        </p:nvSpPr>
        <p:spPr>
          <a:xfrm>
            <a:off x="685800" y="1847088"/>
            <a:ext cx="3657600" cy="868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9A96A0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Costume harness, rev 3 fitting</a:t>
            </a:r>
            <a:endParaRPr lang="en-US" sz="1100" dirty="0"/>
          </a:p>
        </p:txBody>
      </p:sp>
      <p:sp>
        <p:nvSpPr>
          <p:cNvPr id="5" name="Text 4"/>
          <p:cNvSpPr/>
          <p:nvPr>
            <p:ph idx="108" type="body" hasCustomPrompt="1"/>
          </p:nvPr>
        </p:nvSpPr>
        <p:spPr>
          <a:xfrm>
            <a:off x="5239512" y="1335024"/>
            <a:ext cx="3291840" cy="4206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Playwrite DE Grund" pitchFamily="34" charset="0"/>
                <a:ea typeface="Playwrite DE Grund" pitchFamily="34" charset="-122"/>
                <a:cs typeface="Playwrite DE Grund" pitchFamily="34" charset="-120"/>
              </a:rPr>
              <a:t>Done</a:t>
            </a:r>
            <a:endParaRPr lang="en-US" sz="1500" dirty="0"/>
          </a:p>
        </p:txBody>
      </p:sp>
      <p:sp>
        <p:nvSpPr>
          <p:cNvPr id="6" name="Text 4"/>
          <p:cNvSpPr/>
          <p:nvPr>
            <p:ph idx="109" type="body" hasCustomPrompt="1"/>
          </p:nvPr>
        </p:nvSpPr>
        <p:spPr>
          <a:xfrm>
            <a:off x="4846320" y="1847088"/>
            <a:ext cx="3657600" cy="868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9A96A0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OSC bridge to the lighting desk</a:t>
            </a:r>
            <a:endParaRPr lang="en-US" sz="1100" dirty="0"/>
          </a:p>
        </p:txBody>
      </p:sp>
      <p:sp>
        <p:nvSpPr>
          <p:cNvPr id="7" name="Text 4"/>
          <p:cNvSpPr/>
          <p:nvPr>
            <p:ph idx="110" type="body" hasCustomPrompt="1"/>
          </p:nvPr>
        </p:nvSpPr>
        <p:spPr>
          <a:xfrm>
            <a:off x="1078992" y="3163824"/>
            <a:ext cx="3291840" cy="4206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Playwrite DE Grund" pitchFamily="34" charset="0"/>
                <a:ea typeface="Playwrite DE Grund" pitchFamily="34" charset="-122"/>
                <a:cs typeface="Playwrite DE Grund" pitchFamily="34" charset="-120"/>
              </a:rPr>
              <a:t>Next</a:t>
            </a:r>
            <a:endParaRPr lang="en-US" sz="1500" dirty="0"/>
          </a:p>
        </p:txBody>
      </p:sp>
      <p:sp>
        <p:nvSpPr>
          <p:cNvPr id="8" name="Text 4"/>
          <p:cNvSpPr/>
          <p:nvPr>
            <p:ph idx="111" type="body" hasCustomPrompt="1"/>
          </p:nvPr>
        </p:nvSpPr>
        <p:spPr>
          <a:xfrm>
            <a:off x="685800" y="3675888"/>
            <a:ext cx="3657600" cy="868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9A96A0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Scene editor in gooey</a:t>
            </a:r>
            <a:endParaRPr lang="en-US" sz="1100" dirty="0"/>
          </a:p>
        </p:txBody>
      </p:sp>
      <p:sp>
        <p:nvSpPr>
          <p:cNvPr id="9" name="Text 4"/>
          <p:cNvSpPr/>
          <p:nvPr>
            <p:ph idx="112" type="body" hasCustomPrompt="1"/>
          </p:nvPr>
        </p:nvSpPr>
        <p:spPr>
          <a:xfrm>
            <a:off x="5239512" y="3163824"/>
            <a:ext cx="3291840" cy="4206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Playwrite DE Grund" pitchFamily="34" charset="0"/>
                <a:ea typeface="Playwrite DE Grund" pitchFamily="34" charset="-122"/>
                <a:cs typeface="Playwrite DE Grund" pitchFamily="34" charset="-120"/>
              </a:rPr>
              <a:t>Blocked</a:t>
            </a:r>
            <a:endParaRPr lang="en-US" sz="1500" dirty="0"/>
          </a:p>
        </p:txBody>
      </p:sp>
      <p:sp>
        <p:nvSpPr>
          <p:cNvPr id="10" name="Text 4"/>
          <p:cNvSpPr/>
          <p:nvPr>
            <p:ph idx="113" type="body" hasCustomPrompt="1"/>
          </p:nvPr>
        </p:nvSpPr>
        <p:spPr>
          <a:xfrm>
            <a:off x="4846320" y="3675888"/>
            <a:ext cx="3657600" cy="868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9A96A0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Waiting on the 170 V supply parts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A6670"/>
                </a:solidFill>
                <a:latin typeface="Martian Mono"/>
                <a:ea typeface="Martian Mono"/>
                <a:cs typeface="Martian Mono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1325880" y="1051560"/>
            <a:ext cx="7132320" cy="24231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600" dirty="0">
                <a:solidFill>
                  <a:schemeClr val="tx1"/>
                </a:solidFill>
                <a:latin typeface="Playwrite DE Grund" pitchFamily="34" charset="0"/>
                <a:ea typeface="Playwrite DE Grund" pitchFamily="34" charset="-122"/>
                <a:cs typeface="Playwrite DE Grund" pitchFamily="34" charset="-120"/>
              </a:rPr>
              <a:t>Draw it badly first. Then build it properly.</a:t>
            </a:r>
            <a:endParaRPr lang="en-US" sz="2600" dirty="0"/>
          </a:p>
        </p:txBody>
      </p:sp>
      <p:sp>
        <p:nvSpPr>
          <p:cNvPr id="3" name="Text 1"/>
          <p:cNvSpPr/>
          <p:nvPr>
            <p:ph idx="103" type="body" hasCustomPrompt="1"/>
          </p:nvPr>
        </p:nvSpPr>
        <p:spPr>
          <a:xfrm>
            <a:off x="1371600" y="3611880"/>
            <a:ext cx="6400800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— notebook, page one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A6670"/>
                </a:solidFill>
                <a:latin typeface="Martian Mono"/>
                <a:ea typeface="Martian Mono"/>
                <a:cs typeface="Martian Mono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457200" y="384048"/>
            <a:ext cx="822960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b"/>
          <a:lstStyle/>
          <a:p>
            <a:pPr algn="l" indent="0" marL="0">
              <a:buNone/>
            </a:pPr>
            <a:r>
              <a:rPr lang="en-US" sz="2600" dirty="0">
                <a:solidFill>
                  <a:schemeClr val="tx1"/>
                </a:solidFill>
                <a:latin typeface="Playwrite DE Grund" pitchFamily="34" charset="0"/>
                <a:ea typeface="Playwrite DE Grund" pitchFamily="34" charset="-122"/>
                <a:cs typeface="Playwrite DE Grund" pitchFamily="34" charset="-120"/>
              </a:rPr>
              <a:t>Signal path</a:t>
            </a:r>
            <a:endParaRPr lang="en-US" sz="2600" dirty="0"/>
          </a:p>
        </p:txBody>
      </p:sp>
      <p:sp>
        <p:nvSpPr>
          <p:cNvPr id="3" name="IMU"/>
          <p:cNvSpPr/>
          <p:nvPr/>
        </p:nvSpPr>
        <p:spPr>
          <a:xfrm>
            <a:off x="548640" y="2194560"/>
            <a:ext cx="1737360" cy="685800"/>
          </a:xfrm>
          <a:prstGeom prst="rect">
            <a:avLst/>
          </a:prstGeom>
          <a:solidFill>
            <a:srgbClr val="22201F"/>
          </a:solidFill>
          <a:ln w="15875">
            <a:solidFill>
              <a:schemeClr val="tx2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Playwrite DE Grund" pitchFamily="34" charset="0"/>
                <a:ea typeface="Playwrite DE Grund" pitchFamily="34" charset="-122"/>
                <a:cs typeface="Playwrite DE Grund" pitchFamily="34" charset="-120"/>
              </a:rPr>
              <a:t>IMU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331720" y="2537460"/>
            <a:ext cx="502920" cy="0"/>
          </a:xfrm>
          <a:prstGeom prst="line">
            <a:avLst/>
          </a:prstGeom>
          <a:noFill/>
          <a:ln w="15875">
            <a:solidFill>
              <a:schemeClr val="tx2"/>
            </a:solidFill>
            <a:prstDash val="solid"/>
            <a:tailEnd type="triangle"/>
          </a:ln>
        </p:spPr>
      </p:sp>
      <p:sp>
        <p:nvSpPr>
          <p:cNvPr id="5" name="ESP32"/>
          <p:cNvSpPr/>
          <p:nvPr/>
        </p:nvSpPr>
        <p:spPr>
          <a:xfrm>
            <a:off x="2880360" y="2194560"/>
            <a:ext cx="1737360" cy="685800"/>
          </a:xfrm>
          <a:prstGeom prst="rect">
            <a:avLst/>
          </a:prstGeom>
          <a:solidFill>
            <a:srgbClr val="22201F"/>
          </a:solidFill>
          <a:ln w="15875">
            <a:solidFill>
              <a:schemeClr val="tx2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Playwrite DE Grund" pitchFamily="34" charset="0"/>
                <a:ea typeface="Playwrite DE Grund" pitchFamily="34" charset="-122"/>
                <a:cs typeface="Playwrite DE Grund" pitchFamily="34" charset="-120"/>
              </a:rPr>
              <a:t>ESP32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663440" y="2537460"/>
            <a:ext cx="502920" cy="0"/>
          </a:xfrm>
          <a:prstGeom prst="line">
            <a:avLst/>
          </a:prstGeom>
          <a:noFill/>
          <a:ln w="15875">
            <a:solidFill>
              <a:schemeClr val="tx2"/>
            </a:solidFill>
            <a:prstDash val="solid"/>
            <a:tailEnd type="triangle"/>
          </a:ln>
        </p:spPr>
      </p:sp>
      <p:sp>
        <p:nvSpPr>
          <p:cNvPr id="7" name="gooey"/>
          <p:cNvSpPr/>
          <p:nvPr/>
        </p:nvSpPr>
        <p:spPr>
          <a:xfrm>
            <a:off x="5212080" y="2194560"/>
            <a:ext cx="1463040" cy="685800"/>
          </a:xfrm>
          <a:prstGeom prst="rect">
            <a:avLst/>
          </a:prstGeom>
          <a:solidFill>
            <a:srgbClr val="22201F"/>
          </a:solidFill>
          <a:ln w="15875">
            <a:solidFill>
              <a:schemeClr val="tx2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Playwrite DE Grund" pitchFamily="34" charset="0"/>
                <a:ea typeface="Playwrite DE Grund" pitchFamily="34" charset="-122"/>
                <a:cs typeface="Playwrite DE Grund" pitchFamily="34" charset="-120"/>
              </a:rPr>
              <a:t>gooey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720840" y="2537460"/>
            <a:ext cx="457200" cy="0"/>
          </a:xfrm>
          <a:prstGeom prst="line">
            <a:avLst/>
          </a:prstGeom>
          <a:noFill/>
          <a:ln w="15875">
            <a:solidFill>
              <a:schemeClr val="tx2"/>
            </a:solidFill>
            <a:prstDash val="solid"/>
            <a:tailEnd type="triangle"/>
          </a:ln>
        </p:spPr>
      </p:sp>
      <p:sp>
        <p:nvSpPr>
          <p:cNvPr id="9" name="Desk"/>
          <p:cNvSpPr/>
          <p:nvPr/>
        </p:nvSpPr>
        <p:spPr>
          <a:xfrm>
            <a:off x="7223760" y="2194560"/>
            <a:ext cx="1463040" cy="685800"/>
          </a:xfrm>
          <a:prstGeom prst="rect">
            <a:avLst/>
          </a:prstGeom>
          <a:solidFill>
            <a:srgbClr val="22201F"/>
          </a:solidFill>
          <a:ln w="15875">
            <a:solidFill>
              <a:schemeClr val="tx2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Playwrite DE Grund" pitchFamily="34" charset="0"/>
                <a:ea typeface="Playwrite DE Grund" pitchFamily="34" charset="-122"/>
                <a:cs typeface="Playwrite DE Grund" pitchFamily="34" charset="-120"/>
              </a:rPr>
              <a:t>Desk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880360" y="30632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2"/>
                </a:solidFill>
                <a:latin typeface="Playwrite DE Grund" pitchFamily="34" charset="0"/>
                <a:ea typeface="Playwrite DE Grund" pitchFamily="34" charset="-122"/>
                <a:cs typeface="Playwrite DE Grund" pitchFamily="34" charset="-120"/>
              </a:rPr>
              <a:t>Wi-Fi · OSC over UDP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A6670"/>
                </a:solidFill>
                <a:latin typeface="Martian Mono"/>
                <a:ea typeface="Martian Mono"/>
                <a:cs typeface="Martian Mono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914400" y="1143000"/>
            <a:ext cx="7315200" cy="160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5400" dirty="0">
                <a:solidFill>
                  <a:schemeClr val="tx1"/>
                </a:solidFill>
                <a:latin typeface="Playwrite IE" pitchFamily="34" charset="0"/>
                <a:ea typeface="Playwrite IE" pitchFamily="34" charset="-122"/>
                <a:cs typeface="Playwrite IE" pitchFamily="34" charset="-120"/>
              </a:rPr>
              <a:t>thanks!</a:t>
            </a:r>
            <a:endParaRPr lang="en-US" sz="5400" dirty="0"/>
          </a:p>
        </p:txBody>
      </p:sp>
      <p:sp>
        <p:nvSpPr>
          <p:cNvPr id="3" name="Text 0"/>
          <p:cNvSpPr/>
          <p:nvPr>
            <p:ph idx="102" type="body" hasCustomPrompt="1"/>
          </p:nvPr>
        </p:nvSpPr>
        <p:spPr>
          <a:xfrm>
            <a:off x="914400" y="2743200"/>
            <a:ext cx="731520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A96A0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pages from a work in progress</a:t>
            </a:r>
            <a:endParaRPr lang="en-US" sz="1300" dirty="0"/>
          </a:p>
        </p:txBody>
      </p:sp>
      <p:sp>
        <p:nvSpPr>
          <p:cNvPr id="4" name="Text 0"/>
          <p:cNvSpPr/>
          <p:nvPr>
            <p:ph idx="103" type="body" hasCustomPrompt="1"/>
          </p:nvPr>
        </p:nvSpPr>
        <p:spPr>
          <a:xfrm>
            <a:off x="2011680" y="3401568"/>
            <a:ext cx="5120640" cy="4206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halfsohappy@gmail.com · annabel-lee.xyz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ketchbook (dark)">
  <a:themeElements>
    <a:clrScheme name="Sketchbook (dark)">
      <a:dk1>
        <a:srgbClr val="E8E6EC"/>
      </a:dk1>
      <a:lt1>
        <a:srgbClr val="1A1918"/>
      </a:lt1>
      <a:dk2>
        <a:srgbClr val="999999"/>
      </a:dk2>
      <a:lt2>
        <a:srgbClr val="2A2234"/>
      </a:lt2>
      <a:accent1>
        <a:srgbClr val="B8A8D4"/>
      </a:accent1>
      <a:accent2>
        <a:srgbClr val="7A84FF"/>
      </a:accent2>
      <a:accent3>
        <a:srgbClr val="4CAF50"/>
      </a:accent3>
      <a:accent4>
        <a:srgbClr val="D4A850"/>
      </a:accent4>
      <a:accent5>
        <a:srgbClr val="B86868"/>
      </a:accent5>
      <a:accent6>
        <a:srgbClr val="C8B8E4"/>
      </a:accent6>
      <a:hlink>
        <a:srgbClr val="7A84FF"/>
      </a:hlink>
      <a:folHlink>
        <a:srgbClr val="C8B8E4"/>
      </a:folHlink>
    </a:clrScheme>
    <a:fontScheme name="Sketchbook (dark)">
      <a:majorFont>
        <a:latin typeface="Playwrite DE Grund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rtian Mon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Sketchbook (dark)</dc:title>
  <dc:subject>PptxGenJS Presentation</dc:subject>
  <dc:creator>Annabel Lee</dc:creator>
  <cp:lastModifiedBy>Annabel Lee</cp:lastModifiedBy>
  <cp:revision>1</cp:revision>
  <dcterms:created xsi:type="dcterms:W3CDTF">2026-10-23T20:15:19Z</dcterms:created>
  <dcterms:modified xsi:type="dcterms:W3CDTF">2026-10-23T20:15:19Z</dcterms:modified>
</cp:coreProperties>
</file>